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9.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1.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2.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3.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4.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5.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1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24">
  <p:sldMasterIdLst>
    <p:sldMasterId id="2147484206" r:id="rId1"/>
    <p:sldMasterId id="2147484218" r:id="rId2"/>
  </p:sldMasterIdLst>
  <p:notesMasterIdLst>
    <p:notesMasterId r:id="rId21"/>
  </p:notesMasterIdLst>
  <p:sldIdLst>
    <p:sldId id="256" r:id="rId3"/>
    <p:sldId id="587" r:id="rId4"/>
    <p:sldId id="257" r:id="rId5"/>
    <p:sldId id="585" r:id="rId6"/>
    <p:sldId id="565" r:id="rId7"/>
    <p:sldId id="573" r:id="rId8"/>
    <p:sldId id="532" r:id="rId9"/>
    <p:sldId id="575" r:id="rId10"/>
    <p:sldId id="574" r:id="rId11"/>
    <p:sldId id="576" r:id="rId12"/>
    <p:sldId id="578" r:id="rId13"/>
    <p:sldId id="579" r:id="rId14"/>
    <p:sldId id="580" r:id="rId15"/>
    <p:sldId id="581" r:id="rId16"/>
    <p:sldId id="583" r:id="rId17"/>
    <p:sldId id="584" r:id="rId18"/>
    <p:sldId id="557" r:id="rId19"/>
    <p:sldId id="52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Style léger 3 - Accentuation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30" autoAdjust="0"/>
    <p:restoredTop sz="80984" autoAdjust="0"/>
  </p:normalViewPr>
  <p:slideViewPr>
    <p:cSldViewPr snapToGrid="0">
      <p:cViewPr varScale="1">
        <p:scale>
          <a:sx n="89" d="100"/>
          <a:sy n="89" d="100"/>
        </p:scale>
        <p:origin x="1506"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F2EEEC-BC8D-4A68-A8FA-388574BCAEC2}"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pPr algn="just"/>
          <a:r>
            <a:rPr lang="fr-FR" sz="1400" dirty="0" smtClean="0"/>
            <a:t>Le déploiement et la gestion d'applications ont été profondément transformés par l'avènement de la </a:t>
          </a:r>
          <a:r>
            <a:rPr lang="fr-FR" sz="1400" b="1" dirty="0" smtClean="0"/>
            <a:t>conteneurisation</a:t>
          </a:r>
          <a:r>
            <a:rPr lang="fr-FR" sz="1400" dirty="0" smtClean="0"/>
            <a:t> (notamment avec </a:t>
          </a:r>
          <a:r>
            <a:rPr lang="fr-FR" sz="1400" b="1" dirty="0" smtClean="0"/>
            <a:t>Docker</a:t>
          </a:r>
          <a:r>
            <a:rPr lang="fr-FR" sz="1400" dirty="0" smtClean="0"/>
            <a:t>) et de l'</a:t>
          </a:r>
          <a:r>
            <a:rPr lang="fr-FR" sz="1400" b="1" dirty="0" smtClean="0"/>
            <a:t>orchestration</a:t>
          </a:r>
          <a:r>
            <a:rPr lang="fr-FR" sz="1400" dirty="0" smtClean="0"/>
            <a:t> (avec </a:t>
          </a:r>
          <a:r>
            <a:rPr lang="fr-FR" sz="1400" b="1" dirty="0" err="1" smtClean="0"/>
            <a:t>Kubernetes</a:t>
          </a:r>
          <a:r>
            <a:rPr lang="fr-FR" sz="1400" dirty="0" smtClean="0"/>
            <a:t>). Ces technologies offrent des avantages indéniables en terme de portabilité, de </a:t>
          </a:r>
          <a:r>
            <a:rPr lang="fr-FR" sz="1400" dirty="0" err="1" smtClean="0"/>
            <a:t>scalabilité</a:t>
          </a:r>
          <a:r>
            <a:rPr lang="fr-FR" sz="1400" dirty="0" smtClean="0"/>
            <a:t>, d'isolation et d'efficacité des ressources.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endParaRPr lang="fr-FR"/>
        </a:p>
      </dgm:t>
    </dgm:pt>
    <dgm:pt modelId="{70634966-89E2-44D7-89E1-D611D8BD3585}" type="sibTrans" cxnId="{E806B04B-0401-4F23-B793-6459CBFA3B1A}">
      <dgm:prSet/>
      <dgm:spPr/>
      <dgm:t>
        <a:bodyPr/>
        <a:lstStyle/>
        <a:p>
          <a:endParaRPr lang="fr-FR"/>
        </a:p>
      </dgm:t>
    </dgm:pt>
    <dgm:pt modelId="{9FA1D0CF-B502-495F-9DD9-E4E7564D6633}">
      <dgm:prSet custT="1"/>
      <dgm:spPr/>
      <dgm:t>
        <a:bodyPr/>
        <a:lstStyle/>
        <a:p>
          <a:r>
            <a:rPr lang="fr-FR" sz="1600" dirty="0" smtClean="0"/>
            <a:t>Cependant, le passage des applications web existantes, souvent conçues avec des architectures monolithiques et des dépendances complexes, vers cet environnement conteneurisé représente un défi significatif. </a:t>
          </a:r>
          <a:endParaRPr lang="fr-FR" sz="1600" dirty="0">
            <a:latin typeface="Century Gothic" panose="020B0502020202020204" pitchFamily="34" charset="0"/>
          </a:endParaRPr>
        </a:p>
      </dgm:t>
    </dgm:pt>
    <dgm:pt modelId="{6EAFFC3E-CD6F-451C-9099-F322A9F9829C}" type="parTrans" cxnId="{DEC5E4F8-9EF5-4C71-94E6-562B7C5DC1C4}">
      <dgm:prSet/>
      <dgm:spPr/>
      <dgm:t>
        <a:bodyPr/>
        <a:lstStyle/>
        <a:p>
          <a:endParaRPr lang="fr-FR"/>
        </a:p>
      </dgm:t>
    </dgm:pt>
    <dgm:pt modelId="{201F4F7D-4A5C-4828-9AF3-C397B3FDE836}" type="sibTrans" cxnId="{DEC5E4F8-9EF5-4C71-94E6-562B7C5DC1C4}">
      <dgm:prSet/>
      <dgm:spPr/>
      <dgm:t>
        <a:bodyPr/>
        <a:lstStyle/>
        <a:p>
          <a:endParaRPr lang="fr-FR"/>
        </a:p>
      </dgm:t>
    </dgm:pt>
    <dgm:pt modelId="{0A1BDFD6-5D76-417A-9F35-84CF5A28FABE}">
      <dgm:prSet custT="1"/>
      <dgm:spPr/>
      <dgm:t>
        <a:bodyPr/>
        <a:lstStyle/>
        <a:p>
          <a:r>
            <a:rPr lang="fr-FR" sz="1600" dirty="0" smtClean="0"/>
            <a:t>Au Cameroun, la migration des applications web existantes demeure un défi majeur pour de nombreuses entités publiques, parapublique</a:t>
          </a:r>
          <a:r>
            <a:rPr lang="fr-CM" sz="1600" dirty="0" smtClean="0"/>
            <a:t>s </a:t>
          </a:r>
          <a:r>
            <a:rPr lang="fr-FR" sz="1600" dirty="0" smtClean="0"/>
            <a:t>et privée</a:t>
          </a:r>
          <a:r>
            <a:rPr lang="fr-CM" sz="1600" dirty="0" smtClean="0"/>
            <a:t>s</a:t>
          </a:r>
          <a:endParaRPr lang="fr-FR" sz="1600" dirty="0">
            <a:latin typeface="Century Gothic" panose="020B0502020202020204" pitchFamily="34" charset="0"/>
          </a:endParaRPr>
        </a:p>
      </dgm:t>
    </dgm:pt>
    <dgm:pt modelId="{A4FB0CBE-ED7D-4295-BEB0-883608397777}" type="sibTrans" cxnId="{30A2B294-49FF-479E-B3FF-3FF3076F7EB5}">
      <dgm:prSet/>
      <dgm:spPr/>
      <dgm:t>
        <a:bodyPr/>
        <a:lstStyle/>
        <a:p>
          <a:endParaRPr lang="fr-FR"/>
        </a:p>
      </dgm:t>
    </dgm:pt>
    <dgm:pt modelId="{14FF457F-763A-460A-B471-3BA2C0231FAC}" type="parTrans" cxnId="{30A2B294-49FF-479E-B3FF-3FF3076F7EB5}">
      <dgm:prSet/>
      <dgm:spPr/>
      <dgm:t>
        <a:bodyPr/>
        <a:lstStyle/>
        <a:p>
          <a:endParaRPr lang="fr-FR"/>
        </a:p>
      </dgm:t>
    </dgm:pt>
    <dgm:pt modelId="{A5DAA012-DC82-4C20-BD5B-C1DDE4E5D974}" type="pres">
      <dgm:prSet presAssocID="{AAF2EEEC-BC8D-4A68-A8FA-388574BCAEC2}" presName="Name0" presStyleCnt="0">
        <dgm:presLayoutVars>
          <dgm:chMax val="7"/>
          <dgm:chPref val="7"/>
          <dgm:dir/>
        </dgm:presLayoutVars>
      </dgm:prSet>
      <dgm:spPr/>
      <dgm:t>
        <a:bodyPr/>
        <a:lstStyle/>
        <a:p>
          <a:endParaRPr lang="fr-FR"/>
        </a:p>
      </dgm:t>
    </dgm:pt>
    <dgm:pt modelId="{D24F8CA9-4F1C-407B-93D3-0BDA70B53563}" type="pres">
      <dgm:prSet presAssocID="{AAF2EEEC-BC8D-4A68-A8FA-388574BCAEC2}" presName="Name1" presStyleCnt="0"/>
      <dgm:spPr/>
    </dgm:pt>
    <dgm:pt modelId="{BBB375BA-B2A6-45F3-AFED-E8295E66C2D4}" type="pres">
      <dgm:prSet presAssocID="{AAF2EEEC-BC8D-4A68-A8FA-388574BCAEC2}" presName="cycle" presStyleCnt="0"/>
      <dgm:spPr/>
    </dgm:pt>
    <dgm:pt modelId="{CBE3B783-BD21-4A18-A3F6-4A0AA5597849}" type="pres">
      <dgm:prSet presAssocID="{AAF2EEEC-BC8D-4A68-A8FA-388574BCAEC2}" presName="srcNode" presStyleLbl="node1" presStyleIdx="0" presStyleCnt="3"/>
      <dgm:spPr/>
    </dgm:pt>
    <dgm:pt modelId="{EB9D096F-DA64-4B84-A179-698BB610F53D}" type="pres">
      <dgm:prSet presAssocID="{AAF2EEEC-BC8D-4A68-A8FA-388574BCAEC2}" presName="conn" presStyleLbl="parChTrans1D2" presStyleIdx="0" presStyleCnt="1"/>
      <dgm:spPr/>
      <dgm:t>
        <a:bodyPr/>
        <a:lstStyle/>
        <a:p>
          <a:endParaRPr lang="fr-FR"/>
        </a:p>
      </dgm:t>
    </dgm:pt>
    <dgm:pt modelId="{B0F7C623-AD6C-4800-AF73-E9D6B5ADE333}" type="pres">
      <dgm:prSet presAssocID="{AAF2EEEC-BC8D-4A68-A8FA-388574BCAEC2}" presName="extraNode" presStyleLbl="node1" presStyleIdx="0" presStyleCnt="3"/>
      <dgm:spPr/>
    </dgm:pt>
    <dgm:pt modelId="{25127AC6-784D-40BA-9AAD-75FA372B713B}" type="pres">
      <dgm:prSet presAssocID="{AAF2EEEC-BC8D-4A68-A8FA-388574BCAEC2}" presName="dstNode" presStyleLbl="node1" presStyleIdx="0" presStyleCnt="3"/>
      <dgm:spPr/>
    </dgm:pt>
    <dgm:pt modelId="{EEC16C64-ACE6-4134-B185-4443553EFA71}" type="pres">
      <dgm:prSet presAssocID="{F8D58C6D-34FA-4535-98E6-0C817AEA39F1}" presName="text_1" presStyleLbl="node1" presStyleIdx="0" presStyleCnt="3" custScaleY="187321">
        <dgm:presLayoutVars>
          <dgm:bulletEnabled val="1"/>
        </dgm:presLayoutVars>
      </dgm:prSet>
      <dgm:spPr/>
      <dgm:t>
        <a:bodyPr/>
        <a:lstStyle/>
        <a:p>
          <a:endParaRPr lang="fr-FR"/>
        </a:p>
      </dgm:t>
    </dgm:pt>
    <dgm:pt modelId="{30ED96B7-E7D0-4FE6-922B-1326E24FB60D}" type="pres">
      <dgm:prSet presAssocID="{F8D58C6D-34FA-4535-98E6-0C817AEA39F1}" presName="accent_1" presStyleCnt="0"/>
      <dgm:spPr/>
    </dgm:pt>
    <dgm:pt modelId="{B5CDC7D1-69AA-40BC-84B5-4B81EE15BD4F}" type="pres">
      <dgm:prSet presAssocID="{F8D58C6D-34FA-4535-98E6-0C817AEA39F1}" presName="accentRepeatNode" presStyleLbl="solidFgAcc1" presStyleIdx="0" presStyleCnt="3"/>
      <dgm:spPr>
        <a:solidFill>
          <a:schemeClr val="accent2"/>
        </a:solidFill>
        <a:ln>
          <a:solidFill>
            <a:schemeClr val="bg1"/>
          </a:solidFill>
        </a:ln>
      </dgm:spPr>
      <dgm:t>
        <a:bodyPr/>
        <a:lstStyle/>
        <a:p>
          <a:endParaRPr lang="fr-FR"/>
        </a:p>
      </dgm:t>
    </dgm:pt>
    <dgm:pt modelId="{3178DEF4-6340-4FBD-95F7-65BCDB2AE1F3}" type="pres">
      <dgm:prSet presAssocID="{9FA1D0CF-B502-495F-9DD9-E4E7564D6633}" presName="text_2" presStyleLbl="node1" presStyleIdx="1" presStyleCnt="3" custScaleY="120962" custLinFactNeighborY="7792">
        <dgm:presLayoutVars>
          <dgm:bulletEnabled val="1"/>
        </dgm:presLayoutVars>
      </dgm:prSet>
      <dgm:spPr/>
      <dgm:t>
        <a:bodyPr/>
        <a:lstStyle/>
        <a:p>
          <a:endParaRPr lang="fr-FR"/>
        </a:p>
      </dgm:t>
    </dgm:pt>
    <dgm:pt modelId="{29899516-FCF3-4BF3-910C-B48ADF3E30B7}" type="pres">
      <dgm:prSet presAssocID="{9FA1D0CF-B502-495F-9DD9-E4E7564D6633}" presName="accent_2" presStyleCnt="0"/>
      <dgm:spPr/>
    </dgm:pt>
    <dgm:pt modelId="{3E4B33B9-75EF-4867-9D98-362146DB4B6F}" type="pres">
      <dgm:prSet presAssocID="{9FA1D0CF-B502-495F-9DD9-E4E7564D6633}" presName="accentRepeatNode" presStyleLbl="solidFgAcc1" presStyleIdx="1" presStyleCnt="3"/>
      <dgm:spPr>
        <a:solidFill>
          <a:srgbClr val="FF0000"/>
        </a:solidFill>
        <a:ln>
          <a:solidFill>
            <a:schemeClr val="bg1"/>
          </a:solidFill>
        </a:ln>
      </dgm:spPr>
      <dgm:t>
        <a:bodyPr/>
        <a:lstStyle/>
        <a:p>
          <a:endParaRPr lang="fr-FR"/>
        </a:p>
      </dgm:t>
    </dgm:pt>
    <dgm:pt modelId="{7357D7D4-E90A-48B7-AF57-504F87486D06}" type="pres">
      <dgm:prSet presAssocID="{0A1BDFD6-5D76-417A-9F35-84CF5A28FABE}" presName="text_3" presStyleLbl="node1" presStyleIdx="2" presStyleCnt="3" custScaleY="155907">
        <dgm:presLayoutVars>
          <dgm:bulletEnabled val="1"/>
        </dgm:presLayoutVars>
      </dgm:prSet>
      <dgm:spPr/>
      <dgm:t>
        <a:bodyPr/>
        <a:lstStyle/>
        <a:p>
          <a:endParaRPr lang="fr-FR"/>
        </a:p>
      </dgm:t>
    </dgm:pt>
    <dgm:pt modelId="{5EA7658D-4444-4232-AE71-32C2029F9973}" type="pres">
      <dgm:prSet presAssocID="{0A1BDFD6-5D76-417A-9F35-84CF5A28FABE}" presName="accent_3" presStyleCnt="0"/>
      <dgm:spPr/>
    </dgm:pt>
    <dgm:pt modelId="{8707A585-70F5-4A07-89D9-BE213FFFD9AC}" type="pres">
      <dgm:prSet presAssocID="{0A1BDFD6-5D76-417A-9F35-84CF5A28FABE}" presName="accentRepeatNode" presStyleLbl="solidFgAcc1" presStyleIdx="2" presStyleCnt="3"/>
      <dgm:spPr>
        <a:solidFill>
          <a:srgbClr val="FFFF00"/>
        </a:solidFill>
        <a:ln>
          <a:solidFill>
            <a:schemeClr val="bg1"/>
          </a:solidFill>
        </a:ln>
      </dgm:spPr>
      <dgm:t>
        <a:bodyPr/>
        <a:lstStyle/>
        <a:p>
          <a:endParaRPr lang="fr-FR"/>
        </a:p>
      </dgm:t>
    </dgm:pt>
  </dgm:ptLst>
  <dgm:cxnLst>
    <dgm:cxn modelId="{60C59355-10DB-461F-A7A7-DA054C543B17}" type="presOf" srcId="{0A1BDFD6-5D76-417A-9F35-84CF5A28FABE}" destId="{7357D7D4-E90A-48B7-AF57-504F87486D06}" srcOrd="0" destOrd="0" presId="urn:microsoft.com/office/officeart/2008/layout/VerticalCurvedList"/>
    <dgm:cxn modelId="{5D78DF9D-552C-4D0C-BF57-3EDACF439B6D}" type="presOf" srcId="{AAF2EEEC-BC8D-4A68-A8FA-388574BCAEC2}" destId="{A5DAA012-DC82-4C20-BD5B-C1DDE4E5D974}" srcOrd="0" destOrd="0" presId="urn:microsoft.com/office/officeart/2008/layout/VerticalCurvedList"/>
    <dgm:cxn modelId="{538761A5-D7F1-4FB8-B29E-DCDBD5CD9A50}" type="presOf" srcId="{70634966-89E2-44D7-89E1-D611D8BD3585}" destId="{EB9D096F-DA64-4B84-A179-698BB610F53D}" srcOrd="0" destOrd="0" presId="urn:microsoft.com/office/officeart/2008/layout/VerticalCurvedList"/>
    <dgm:cxn modelId="{86AD35DA-24EC-40F0-B8AF-87BE47E510A9}" type="presOf" srcId="{F8D58C6D-34FA-4535-98E6-0C817AEA39F1}" destId="{EEC16C64-ACE6-4134-B185-4443553EFA71}" srcOrd="0" destOrd="0" presId="urn:microsoft.com/office/officeart/2008/layout/VerticalCurvedList"/>
    <dgm:cxn modelId="{DEC5E4F8-9EF5-4C71-94E6-562B7C5DC1C4}" srcId="{AAF2EEEC-BC8D-4A68-A8FA-388574BCAEC2}" destId="{9FA1D0CF-B502-495F-9DD9-E4E7564D6633}" srcOrd="1" destOrd="0" parTransId="{6EAFFC3E-CD6F-451C-9099-F322A9F9829C}" sibTransId="{201F4F7D-4A5C-4828-9AF3-C397B3FDE836}"/>
    <dgm:cxn modelId="{31C8EFB4-9420-4A47-9E48-F14D098922AF}" type="presOf" srcId="{9FA1D0CF-B502-495F-9DD9-E4E7564D6633}" destId="{3178DEF4-6340-4FBD-95F7-65BCDB2AE1F3}" srcOrd="0" destOrd="0" presId="urn:microsoft.com/office/officeart/2008/layout/VerticalCurvedList"/>
    <dgm:cxn modelId="{E806B04B-0401-4F23-B793-6459CBFA3B1A}" srcId="{AAF2EEEC-BC8D-4A68-A8FA-388574BCAEC2}" destId="{F8D58C6D-34FA-4535-98E6-0C817AEA39F1}" srcOrd="0" destOrd="0" parTransId="{DE46B730-D41B-4D04-91BE-8C5D1D110E51}" sibTransId="{70634966-89E2-44D7-89E1-D611D8BD3585}"/>
    <dgm:cxn modelId="{30A2B294-49FF-479E-B3FF-3FF3076F7EB5}" srcId="{AAF2EEEC-BC8D-4A68-A8FA-388574BCAEC2}" destId="{0A1BDFD6-5D76-417A-9F35-84CF5A28FABE}" srcOrd="2" destOrd="0" parTransId="{14FF457F-763A-460A-B471-3BA2C0231FAC}" sibTransId="{A4FB0CBE-ED7D-4295-BEB0-883608397777}"/>
    <dgm:cxn modelId="{E1844C10-3CC5-4104-9AF6-67E80A73907F}" type="presParOf" srcId="{A5DAA012-DC82-4C20-BD5B-C1DDE4E5D974}" destId="{D24F8CA9-4F1C-407B-93D3-0BDA70B53563}" srcOrd="0" destOrd="0" presId="urn:microsoft.com/office/officeart/2008/layout/VerticalCurvedList"/>
    <dgm:cxn modelId="{4B73D5C5-056E-45E5-A834-1428DB4AB91D}" type="presParOf" srcId="{D24F8CA9-4F1C-407B-93D3-0BDA70B53563}" destId="{BBB375BA-B2A6-45F3-AFED-E8295E66C2D4}" srcOrd="0" destOrd="0" presId="urn:microsoft.com/office/officeart/2008/layout/VerticalCurvedList"/>
    <dgm:cxn modelId="{26023301-37BF-4D8B-8763-C42E89FF64F8}" type="presParOf" srcId="{BBB375BA-B2A6-45F3-AFED-E8295E66C2D4}" destId="{CBE3B783-BD21-4A18-A3F6-4A0AA5597849}" srcOrd="0" destOrd="0" presId="urn:microsoft.com/office/officeart/2008/layout/VerticalCurvedList"/>
    <dgm:cxn modelId="{77D568F2-E487-451B-81E4-E2B1B5652C77}" type="presParOf" srcId="{BBB375BA-B2A6-45F3-AFED-E8295E66C2D4}" destId="{EB9D096F-DA64-4B84-A179-698BB610F53D}" srcOrd="1" destOrd="0" presId="urn:microsoft.com/office/officeart/2008/layout/VerticalCurvedList"/>
    <dgm:cxn modelId="{672C6470-B42B-4352-998F-8B189E3C8DDB}" type="presParOf" srcId="{BBB375BA-B2A6-45F3-AFED-E8295E66C2D4}" destId="{B0F7C623-AD6C-4800-AF73-E9D6B5ADE333}" srcOrd="2" destOrd="0" presId="urn:microsoft.com/office/officeart/2008/layout/VerticalCurvedList"/>
    <dgm:cxn modelId="{0C973E66-5F74-46E7-8540-C701F552303C}" type="presParOf" srcId="{BBB375BA-B2A6-45F3-AFED-E8295E66C2D4}" destId="{25127AC6-784D-40BA-9AAD-75FA372B713B}" srcOrd="3" destOrd="0" presId="urn:microsoft.com/office/officeart/2008/layout/VerticalCurvedList"/>
    <dgm:cxn modelId="{F889E52A-E364-4CF5-A330-12CA3D3746F9}" type="presParOf" srcId="{D24F8CA9-4F1C-407B-93D3-0BDA70B53563}" destId="{EEC16C64-ACE6-4134-B185-4443553EFA71}" srcOrd="1" destOrd="0" presId="urn:microsoft.com/office/officeart/2008/layout/VerticalCurvedList"/>
    <dgm:cxn modelId="{38B2A2FA-73DA-4A5B-BE60-668F854B0FF1}" type="presParOf" srcId="{D24F8CA9-4F1C-407B-93D3-0BDA70B53563}" destId="{30ED96B7-E7D0-4FE6-922B-1326E24FB60D}" srcOrd="2" destOrd="0" presId="urn:microsoft.com/office/officeart/2008/layout/VerticalCurvedList"/>
    <dgm:cxn modelId="{B8758732-FF65-4095-9C63-A1DED9BA8B8B}" type="presParOf" srcId="{30ED96B7-E7D0-4FE6-922B-1326E24FB60D}" destId="{B5CDC7D1-69AA-40BC-84B5-4B81EE15BD4F}" srcOrd="0" destOrd="0" presId="urn:microsoft.com/office/officeart/2008/layout/VerticalCurvedList"/>
    <dgm:cxn modelId="{EBBF9ACD-ED89-4103-92FF-5100E6801FD3}" type="presParOf" srcId="{D24F8CA9-4F1C-407B-93D3-0BDA70B53563}" destId="{3178DEF4-6340-4FBD-95F7-65BCDB2AE1F3}" srcOrd="3" destOrd="0" presId="urn:microsoft.com/office/officeart/2008/layout/VerticalCurvedList"/>
    <dgm:cxn modelId="{B9BD55F4-B6DB-401E-90CC-B6D9BF95A3A6}" type="presParOf" srcId="{D24F8CA9-4F1C-407B-93D3-0BDA70B53563}" destId="{29899516-FCF3-4BF3-910C-B48ADF3E30B7}" srcOrd="4" destOrd="0" presId="urn:microsoft.com/office/officeart/2008/layout/VerticalCurvedList"/>
    <dgm:cxn modelId="{3F9B1E59-5E37-4C17-B489-B0392AC39CD3}" type="presParOf" srcId="{29899516-FCF3-4BF3-910C-B48ADF3E30B7}" destId="{3E4B33B9-75EF-4867-9D98-362146DB4B6F}" srcOrd="0" destOrd="0" presId="urn:microsoft.com/office/officeart/2008/layout/VerticalCurvedList"/>
    <dgm:cxn modelId="{1AB95372-1541-483B-B323-717360500605}" type="presParOf" srcId="{D24F8CA9-4F1C-407B-93D3-0BDA70B53563}" destId="{7357D7D4-E90A-48B7-AF57-504F87486D06}" srcOrd="5" destOrd="0" presId="urn:microsoft.com/office/officeart/2008/layout/VerticalCurvedList"/>
    <dgm:cxn modelId="{58442DDB-2732-4D95-81B6-A2327622D7EB}" type="presParOf" srcId="{D24F8CA9-4F1C-407B-93D3-0BDA70B53563}" destId="{5EA7658D-4444-4232-AE71-32C2029F9973}" srcOrd="6" destOrd="0" presId="urn:microsoft.com/office/officeart/2008/layout/VerticalCurvedList"/>
    <dgm:cxn modelId="{11B8853E-2355-4B7C-923F-A1F480A7C7E1}" type="presParOf" srcId="{5EA7658D-4444-4232-AE71-32C2029F9973}" destId="{8707A585-70F5-4A07-89D9-BE213FFFD9AC}"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AF2EEEC-BC8D-4A68-A8FA-388574BCAEC2}"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pPr algn="just"/>
          <a:r>
            <a:rPr lang="fr-FR" sz="1400" dirty="0" smtClean="0"/>
            <a:t>Le déploiement et la gestion d'applications ont été profondément transformés par l'avènement de la </a:t>
          </a:r>
          <a:r>
            <a:rPr lang="fr-FR" sz="1400" b="1" dirty="0" smtClean="0"/>
            <a:t>conteneurisation</a:t>
          </a:r>
          <a:r>
            <a:rPr lang="fr-FR" sz="1400" dirty="0" smtClean="0"/>
            <a:t> (notamment avec </a:t>
          </a:r>
          <a:r>
            <a:rPr lang="fr-FR" sz="1400" b="1" dirty="0" smtClean="0"/>
            <a:t>Docker</a:t>
          </a:r>
          <a:r>
            <a:rPr lang="fr-FR" sz="1400" dirty="0" smtClean="0"/>
            <a:t>) et de l'</a:t>
          </a:r>
          <a:r>
            <a:rPr lang="fr-FR" sz="1400" b="1" dirty="0" smtClean="0"/>
            <a:t>orchestration</a:t>
          </a:r>
          <a:r>
            <a:rPr lang="fr-FR" sz="1400" dirty="0" smtClean="0"/>
            <a:t> (avec </a:t>
          </a:r>
          <a:r>
            <a:rPr lang="fr-FR" sz="1400" b="1" dirty="0" err="1" smtClean="0"/>
            <a:t>Kubernetes</a:t>
          </a:r>
          <a:r>
            <a:rPr lang="fr-FR" sz="1400" dirty="0" smtClean="0"/>
            <a:t>). Ces technologies offrent des avantages indéniables en terme de portabilité, de </a:t>
          </a:r>
          <a:r>
            <a:rPr lang="fr-FR" sz="1400" dirty="0" err="1" smtClean="0"/>
            <a:t>scalabilité</a:t>
          </a:r>
          <a:r>
            <a:rPr lang="fr-FR" sz="1400" dirty="0" smtClean="0"/>
            <a:t>, d'isolation et d'efficacité des ressources.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endParaRPr lang="fr-FR"/>
        </a:p>
      </dgm:t>
    </dgm:pt>
    <dgm:pt modelId="{70634966-89E2-44D7-89E1-D611D8BD3585}" type="sibTrans" cxnId="{E806B04B-0401-4F23-B793-6459CBFA3B1A}">
      <dgm:prSet/>
      <dgm:spPr/>
      <dgm:t>
        <a:bodyPr/>
        <a:lstStyle/>
        <a:p>
          <a:endParaRPr lang="fr-FR"/>
        </a:p>
      </dgm:t>
    </dgm:pt>
    <dgm:pt modelId="{9FA1D0CF-B502-495F-9DD9-E4E7564D6633}">
      <dgm:prSet custT="1"/>
      <dgm:spPr/>
      <dgm:t>
        <a:bodyPr/>
        <a:lstStyle/>
        <a:p>
          <a:r>
            <a:rPr lang="fr-FR" sz="1600" dirty="0" smtClean="0"/>
            <a:t>Cependant, le passage des applications web existantes, souvent conçues avec des architectures monolithiques et des dépendances complexes, vers cet environnement conteneurisé représente un défi significatif. </a:t>
          </a:r>
          <a:endParaRPr lang="fr-FR" sz="1600" dirty="0">
            <a:latin typeface="Century Gothic" panose="020B0502020202020204" pitchFamily="34" charset="0"/>
          </a:endParaRPr>
        </a:p>
      </dgm:t>
    </dgm:pt>
    <dgm:pt modelId="{6EAFFC3E-CD6F-451C-9099-F322A9F9829C}" type="parTrans" cxnId="{DEC5E4F8-9EF5-4C71-94E6-562B7C5DC1C4}">
      <dgm:prSet/>
      <dgm:spPr/>
      <dgm:t>
        <a:bodyPr/>
        <a:lstStyle/>
        <a:p>
          <a:endParaRPr lang="fr-FR"/>
        </a:p>
      </dgm:t>
    </dgm:pt>
    <dgm:pt modelId="{201F4F7D-4A5C-4828-9AF3-C397B3FDE836}" type="sibTrans" cxnId="{DEC5E4F8-9EF5-4C71-94E6-562B7C5DC1C4}">
      <dgm:prSet/>
      <dgm:spPr/>
      <dgm:t>
        <a:bodyPr/>
        <a:lstStyle/>
        <a:p>
          <a:endParaRPr lang="fr-FR"/>
        </a:p>
      </dgm:t>
    </dgm:pt>
    <dgm:pt modelId="{0A1BDFD6-5D76-417A-9F35-84CF5A28FABE}">
      <dgm:prSet custT="1"/>
      <dgm:spPr/>
      <dgm:t>
        <a:bodyPr/>
        <a:lstStyle/>
        <a:p>
          <a:r>
            <a:rPr lang="fr-FR" sz="1600" dirty="0" smtClean="0"/>
            <a:t>Au Cameroun, la migration des applications web existantes demeure un défi majeur pour de nombreuses entités publiques, parapublique</a:t>
          </a:r>
          <a:r>
            <a:rPr lang="fr-CM" sz="1600" dirty="0" smtClean="0"/>
            <a:t>s </a:t>
          </a:r>
          <a:r>
            <a:rPr lang="fr-FR" sz="1600" dirty="0" smtClean="0"/>
            <a:t>et privée</a:t>
          </a:r>
          <a:r>
            <a:rPr lang="fr-CM" sz="1600" dirty="0" smtClean="0"/>
            <a:t>s</a:t>
          </a:r>
          <a:endParaRPr lang="fr-FR" sz="1600" dirty="0">
            <a:latin typeface="Century Gothic" panose="020B0502020202020204" pitchFamily="34" charset="0"/>
          </a:endParaRPr>
        </a:p>
      </dgm:t>
    </dgm:pt>
    <dgm:pt modelId="{A4FB0CBE-ED7D-4295-BEB0-883608397777}" type="sibTrans" cxnId="{30A2B294-49FF-479E-B3FF-3FF3076F7EB5}">
      <dgm:prSet/>
      <dgm:spPr/>
      <dgm:t>
        <a:bodyPr/>
        <a:lstStyle/>
        <a:p>
          <a:endParaRPr lang="fr-FR"/>
        </a:p>
      </dgm:t>
    </dgm:pt>
    <dgm:pt modelId="{14FF457F-763A-460A-B471-3BA2C0231FAC}" type="parTrans" cxnId="{30A2B294-49FF-479E-B3FF-3FF3076F7EB5}">
      <dgm:prSet/>
      <dgm:spPr/>
      <dgm:t>
        <a:bodyPr/>
        <a:lstStyle/>
        <a:p>
          <a:endParaRPr lang="fr-FR"/>
        </a:p>
      </dgm:t>
    </dgm:pt>
    <dgm:pt modelId="{A5DAA012-DC82-4C20-BD5B-C1DDE4E5D974}" type="pres">
      <dgm:prSet presAssocID="{AAF2EEEC-BC8D-4A68-A8FA-388574BCAEC2}" presName="Name0" presStyleCnt="0">
        <dgm:presLayoutVars>
          <dgm:chMax val="7"/>
          <dgm:chPref val="7"/>
          <dgm:dir/>
        </dgm:presLayoutVars>
      </dgm:prSet>
      <dgm:spPr/>
      <dgm:t>
        <a:bodyPr/>
        <a:lstStyle/>
        <a:p>
          <a:endParaRPr lang="fr-FR"/>
        </a:p>
      </dgm:t>
    </dgm:pt>
    <dgm:pt modelId="{D24F8CA9-4F1C-407B-93D3-0BDA70B53563}" type="pres">
      <dgm:prSet presAssocID="{AAF2EEEC-BC8D-4A68-A8FA-388574BCAEC2}" presName="Name1" presStyleCnt="0"/>
      <dgm:spPr/>
    </dgm:pt>
    <dgm:pt modelId="{BBB375BA-B2A6-45F3-AFED-E8295E66C2D4}" type="pres">
      <dgm:prSet presAssocID="{AAF2EEEC-BC8D-4A68-A8FA-388574BCAEC2}" presName="cycle" presStyleCnt="0"/>
      <dgm:spPr/>
    </dgm:pt>
    <dgm:pt modelId="{CBE3B783-BD21-4A18-A3F6-4A0AA5597849}" type="pres">
      <dgm:prSet presAssocID="{AAF2EEEC-BC8D-4A68-A8FA-388574BCAEC2}" presName="srcNode" presStyleLbl="node1" presStyleIdx="0" presStyleCnt="3"/>
      <dgm:spPr/>
    </dgm:pt>
    <dgm:pt modelId="{EB9D096F-DA64-4B84-A179-698BB610F53D}" type="pres">
      <dgm:prSet presAssocID="{AAF2EEEC-BC8D-4A68-A8FA-388574BCAEC2}" presName="conn" presStyleLbl="parChTrans1D2" presStyleIdx="0" presStyleCnt="1"/>
      <dgm:spPr/>
      <dgm:t>
        <a:bodyPr/>
        <a:lstStyle/>
        <a:p>
          <a:endParaRPr lang="fr-FR"/>
        </a:p>
      </dgm:t>
    </dgm:pt>
    <dgm:pt modelId="{B0F7C623-AD6C-4800-AF73-E9D6B5ADE333}" type="pres">
      <dgm:prSet presAssocID="{AAF2EEEC-BC8D-4A68-A8FA-388574BCAEC2}" presName="extraNode" presStyleLbl="node1" presStyleIdx="0" presStyleCnt="3"/>
      <dgm:spPr/>
    </dgm:pt>
    <dgm:pt modelId="{25127AC6-784D-40BA-9AAD-75FA372B713B}" type="pres">
      <dgm:prSet presAssocID="{AAF2EEEC-BC8D-4A68-A8FA-388574BCAEC2}" presName="dstNode" presStyleLbl="node1" presStyleIdx="0" presStyleCnt="3"/>
      <dgm:spPr/>
    </dgm:pt>
    <dgm:pt modelId="{EEC16C64-ACE6-4134-B185-4443553EFA71}" type="pres">
      <dgm:prSet presAssocID="{F8D58C6D-34FA-4535-98E6-0C817AEA39F1}" presName="text_1" presStyleLbl="node1" presStyleIdx="0" presStyleCnt="3" custScaleY="187321">
        <dgm:presLayoutVars>
          <dgm:bulletEnabled val="1"/>
        </dgm:presLayoutVars>
      </dgm:prSet>
      <dgm:spPr/>
      <dgm:t>
        <a:bodyPr/>
        <a:lstStyle/>
        <a:p>
          <a:endParaRPr lang="fr-FR"/>
        </a:p>
      </dgm:t>
    </dgm:pt>
    <dgm:pt modelId="{30ED96B7-E7D0-4FE6-922B-1326E24FB60D}" type="pres">
      <dgm:prSet presAssocID="{F8D58C6D-34FA-4535-98E6-0C817AEA39F1}" presName="accent_1" presStyleCnt="0"/>
      <dgm:spPr/>
    </dgm:pt>
    <dgm:pt modelId="{B5CDC7D1-69AA-40BC-84B5-4B81EE15BD4F}" type="pres">
      <dgm:prSet presAssocID="{F8D58C6D-34FA-4535-98E6-0C817AEA39F1}" presName="accentRepeatNode" presStyleLbl="solidFgAcc1" presStyleIdx="0" presStyleCnt="3"/>
      <dgm:spPr>
        <a:solidFill>
          <a:schemeClr val="accent2"/>
        </a:solidFill>
        <a:ln>
          <a:solidFill>
            <a:schemeClr val="bg1"/>
          </a:solidFill>
        </a:ln>
      </dgm:spPr>
      <dgm:t>
        <a:bodyPr/>
        <a:lstStyle/>
        <a:p>
          <a:endParaRPr lang="fr-FR"/>
        </a:p>
      </dgm:t>
    </dgm:pt>
    <dgm:pt modelId="{3178DEF4-6340-4FBD-95F7-65BCDB2AE1F3}" type="pres">
      <dgm:prSet presAssocID="{9FA1D0CF-B502-495F-9DD9-E4E7564D6633}" presName="text_2" presStyleLbl="node1" presStyleIdx="1" presStyleCnt="3" custScaleY="120962" custLinFactNeighborY="7792">
        <dgm:presLayoutVars>
          <dgm:bulletEnabled val="1"/>
        </dgm:presLayoutVars>
      </dgm:prSet>
      <dgm:spPr/>
      <dgm:t>
        <a:bodyPr/>
        <a:lstStyle/>
        <a:p>
          <a:endParaRPr lang="fr-FR"/>
        </a:p>
      </dgm:t>
    </dgm:pt>
    <dgm:pt modelId="{29899516-FCF3-4BF3-910C-B48ADF3E30B7}" type="pres">
      <dgm:prSet presAssocID="{9FA1D0CF-B502-495F-9DD9-E4E7564D6633}" presName="accent_2" presStyleCnt="0"/>
      <dgm:spPr/>
    </dgm:pt>
    <dgm:pt modelId="{3E4B33B9-75EF-4867-9D98-362146DB4B6F}" type="pres">
      <dgm:prSet presAssocID="{9FA1D0CF-B502-495F-9DD9-E4E7564D6633}" presName="accentRepeatNode" presStyleLbl="solidFgAcc1" presStyleIdx="1" presStyleCnt="3"/>
      <dgm:spPr>
        <a:solidFill>
          <a:srgbClr val="FF0000"/>
        </a:solidFill>
        <a:ln>
          <a:solidFill>
            <a:schemeClr val="bg1"/>
          </a:solidFill>
        </a:ln>
      </dgm:spPr>
      <dgm:t>
        <a:bodyPr/>
        <a:lstStyle/>
        <a:p>
          <a:endParaRPr lang="fr-FR"/>
        </a:p>
      </dgm:t>
    </dgm:pt>
    <dgm:pt modelId="{7357D7D4-E90A-48B7-AF57-504F87486D06}" type="pres">
      <dgm:prSet presAssocID="{0A1BDFD6-5D76-417A-9F35-84CF5A28FABE}" presName="text_3" presStyleLbl="node1" presStyleIdx="2" presStyleCnt="3" custScaleY="155907">
        <dgm:presLayoutVars>
          <dgm:bulletEnabled val="1"/>
        </dgm:presLayoutVars>
      </dgm:prSet>
      <dgm:spPr/>
      <dgm:t>
        <a:bodyPr/>
        <a:lstStyle/>
        <a:p>
          <a:endParaRPr lang="fr-FR"/>
        </a:p>
      </dgm:t>
    </dgm:pt>
    <dgm:pt modelId="{5EA7658D-4444-4232-AE71-32C2029F9973}" type="pres">
      <dgm:prSet presAssocID="{0A1BDFD6-5D76-417A-9F35-84CF5A28FABE}" presName="accent_3" presStyleCnt="0"/>
      <dgm:spPr/>
    </dgm:pt>
    <dgm:pt modelId="{8707A585-70F5-4A07-89D9-BE213FFFD9AC}" type="pres">
      <dgm:prSet presAssocID="{0A1BDFD6-5D76-417A-9F35-84CF5A28FABE}" presName="accentRepeatNode" presStyleLbl="solidFgAcc1" presStyleIdx="2" presStyleCnt="3"/>
      <dgm:spPr>
        <a:solidFill>
          <a:srgbClr val="FFFF00"/>
        </a:solidFill>
        <a:ln>
          <a:solidFill>
            <a:schemeClr val="bg1"/>
          </a:solidFill>
        </a:ln>
      </dgm:spPr>
      <dgm:t>
        <a:bodyPr/>
        <a:lstStyle/>
        <a:p>
          <a:endParaRPr lang="fr-FR"/>
        </a:p>
      </dgm:t>
    </dgm:pt>
  </dgm:ptLst>
  <dgm:cxnLst>
    <dgm:cxn modelId="{60C59355-10DB-461F-A7A7-DA054C543B17}" type="presOf" srcId="{0A1BDFD6-5D76-417A-9F35-84CF5A28FABE}" destId="{7357D7D4-E90A-48B7-AF57-504F87486D06}" srcOrd="0" destOrd="0" presId="urn:microsoft.com/office/officeart/2008/layout/VerticalCurvedList"/>
    <dgm:cxn modelId="{5D78DF9D-552C-4D0C-BF57-3EDACF439B6D}" type="presOf" srcId="{AAF2EEEC-BC8D-4A68-A8FA-388574BCAEC2}" destId="{A5DAA012-DC82-4C20-BD5B-C1DDE4E5D974}" srcOrd="0" destOrd="0" presId="urn:microsoft.com/office/officeart/2008/layout/VerticalCurvedList"/>
    <dgm:cxn modelId="{538761A5-D7F1-4FB8-B29E-DCDBD5CD9A50}" type="presOf" srcId="{70634966-89E2-44D7-89E1-D611D8BD3585}" destId="{EB9D096F-DA64-4B84-A179-698BB610F53D}" srcOrd="0" destOrd="0" presId="urn:microsoft.com/office/officeart/2008/layout/VerticalCurvedList"/>
    <dgm:cxn modelId="{86AD35DA-24EC-40F0-B8AF-87BE47E510A9}" type="presOf" srcId="{F8D58C6D-34FA-4535-98E6-0C817AEA39F1}" destId="{EEC16C64-ACE6-4134-B185-4443553EFA71}" srcOrd="0" destOrd="0" presId="urn:microsoft.com/office/officeart/2008/layout/VerticalCurvedList"/>
    <dgm:cxn modelId="{DEC5E4F8-9EF5-4C71-94E6-562B7C5DC1C4}" srcId="{AAF2EEEC-BC8D-4A68-A8FA-388574BCAEC2}" destId="{9FA1D0CF-B502-495F-9DD9-E4E7564D6633}" srcOrd="1" destOrd="0" parTransId="{6EAFFC3E-CD6F-451C-9099-F322A9F9829C}" sibTransId="{201F4F7D-4A5C-4828-9AF3-C397B3FDE836}"/>
    <dgm:cxn modelId="{31C8EFB4-9420-4A47-9E48-F14D098922AF}" type="presOf" srcId="{9FA1D0CF-B502-495F-9DD9-E4E7564D6633}" destId="{3178DEF4-6340-4FBD-95F7-65BCDB2AE1F3}" srcOrd="0" destOrd="0" presId="urn:microsoft.com/office/officeart/2008/layout/VerticalCurvedList"/>
    <dgm:cxn modelId="{E806B04B-0401-4F23-B793-6459CBFA3B1A}" srcId="{AAF2EEEC-BC8D-4A68-A8FA-388574BCAEC2}" destId="{F8D58C6D-34FA-4535-98E6-0C817AEA39F1}" srcOrd="0" destOrd="0" parTransId="{DE46B730-D41B-4D04-91BE-8C5D1D110E51}" sibTransId="{70634966-89E2-44D7-89E1-D611D8BD3585}"/>
    <dgm:cxn modelId="{30A2B294-49FF-479E-B3FF-3FF3076F7EB5}" srcId="{AAF2EEEC-BC8D-4A68-A8FA-388574BCAEC2}" destId="{0A1BDFD6-5D76-417A-9F35-84CF5A28FABE}" srcOrd="2" destOrd="0" parTransId="{14FF457F-763A-460A-B471-3BA2C0231FAC}" sibTransId="{A4FB0CBE-ED7D-4295-BEB0-883608397777}"/>
    <dgm:cxn modelId="{E1844C10-3CC5-4104-9AF6-67E80A73907F}" type="presParOf" srcId="{A5DAA012-DC82-4C20-BD5B-C1DDE4E5D974}" destId="{D24F8CA9-4F1C-407B-93D3-0BDA70B53563}" srcOrd="0" destOrd="0" presId="urn:microsoft.com/office/officeart/2008/layout/VerticalCurvedList"/>
    <dgm:cxn modelId="{4B73D5C5-056E-45E5-A834-1428DB4AB91D}" type="presParOf" srcId="{D24F8CA9-4F1C-407B-93D3-0BDA70B53563}" destId="{BBB375BA-B2A6-45F3-AFED-E8295E66C2D4}" srcOrd="0" destOrd="0" presId="urn:microsoft.com/office/officeart/2008/layout/VerticalCurvedList"/>
    <dgm:cxn modelId="{26023301-37BF-4D8B-8763-C42E89FF64F8}" type="presParOf" srcId="{BBB375BA-B2A6-45F3-AFED-E8295E66C2D4}" destId="{CBE3B783-BD21-4A18-A3F6-4A0AA5597849}" srcOrd="0" destOrd="0" presId="urn:microsoft.com/office/officeart/2008/layout/VerticalCurvedList"/>
    <dgm:cxn modelId="{77D568F2-E487-451B-81E4-E2B1B5652C77}" type="presParOf" srcId="{BBB375BA-B2A6-45F3-AFED-E8295E66C2D4}" destId="{EB9D096F-DA64-4B84-A179-698BB610F53D}" srcOrd="1" destOrd="0" presId="urn:microsoft.com/office/officeart/2008/layout/VerticalCurvedList"/>
    <dgm:cxn modelId="{672C6470-B42B-4352-998F-8B189E3C8DDB}" type="presParOf" srcId="{BBB375BA-B2A6-45F3-AFED-E8295E66C2D4}" destId="{B0F7C623-AD6C-4800-AF73-E9D6B5ADE333}" srcOrd="2" destOrd="0" presId="urn:microsoft.com/office/officeart/2008/layout/VerticalCurvedList"/>
    <dgm:cxn modelId="{0C973E66-5F74-46E7-8540-C701F552303C}" type="presParOf" srcId="{BBB375BA-B2A6-45F3-AFED-E8295E66C2D4}" destId="{25127AC6-784D-40BA-9AAD-75FA372B713B}" srcOrd="3" destOrd="0" presId="urn:microsoft.com/office/officeart/2008/layout/VerticalCurvedList"/>
    <dgm:cxn modelId="{F889E52A-E364-4CF5-A330-12CA3D3746F9}" type="presParOf" srcId="{D24F8CA9-4F1C-407B-93D3-0BDA70B53563}" destId="{EEC16C64-ACE6-4134-B185-4443553EFA71}" srcOrd="1" destOrd="0" presId="urn:microsoft.com/office/officeart/2008/layout/VerticalCurvedList"/>
    <dgm:cxn modelId="{38B2A2FA-73DA-4A5B-BE60-668F854B0FF1}" type="presParOf" srcId="{D24F8CA9-4F1C-407B-93D3-0BDA70B53563}" destId="{30ED96B7-E7D0-4FE6-922B-1326E24FB60D}" srcOrd="2" destOrd="0" presId="urn:microsoft.com/office/officeart/2008/layout/VerticalCurvedList"/>
    <dgm:cxn modelId="{B8758732-FF65-4095-9C63-A1DED9BA8B8B}" type="presParOf" srcId="{30ED96B7-E7D0-4FE6-922B-1326E24FB60D}" destId="{B5CDC7D1-69AA-40BC-84B5-4B81EE15BD4F}" srcOrd="0" destOrd="0" presId="urn:microsoft.com/office/officeart/2008/layout/VerticalCurvedList"/>
    <dgm:cxn modelId="{EBBF9ACD-ED89-4103-92FF-5100E6801FD3}" type="presParOf" srcId="{D24F8CA9-4F1C-407B-93D3-0BDA70B53563}" destId="{3178DEF4-6340-4FBD-95F7-65BCDB2AE1F3}" srcOrd="3" destOrd="0" presId="urn:microsoft.com/office/officeart/2008/layout/VerticalCurvedList"/>
    <dgm:cxn modelId="{B9BD55F4-B6DB-401E-90CC-B6D9BF95A3A6}" type="presParOf" srcId="{D24F8CA9-4F1C-407B-93D3-0BDA70B53563}" destId="{29899516-FCF3-4BF3-910C-B48ADF3E30B7}" srcOrd="4" destOrd="0" presId="urn:microsoft.com/office/officeart/2008/layout/VerticalCurvedList"/>
    <dgm:cxn modelId="{3F9B1E59-5E37-4C17-B489-B0392AC39CD3}" type="presParOf" srcId="{29899516-FCF3-4BF3-910C-B48ADF3E30B7}" destId="{3E4B33B9-75EF-4867-9D98-362146DB4B6F}" srcOrd="0" destOrd="0" presId="urn:microsoft.com/office/officeart/2008/layout/VerticalCurvedList"/>
    <dgm:cxn modelId="{1AB95372-1541-483B-B323-717360500605}" type="presParOf" srcId="{D24F8CA9-4F1C-407B-93D3-0BDA70B53563}" destId="{7357D7D4-E90A-48B7-AF57-504F87486D06}" srcOrd="5" destOrd="0" presId="urn:microsoft.com/office/officeart/2008/layout/VerticalCurvedList"/>
    <dgm:cxn modelId="{58442DDB-2732-4D95-81B6-A2327622D7EB}" type="presParOf" srcId="{D24F8CA9-4F1C-407B-93D3-0BDA70B53563}" destId="{5EA7658D-4444-4232-AE71-32C2029F9973}" srcOrd="6" destOrd="0" presId="urn:microsoft.com/office/officeart/2008/layout/VerticalCurvedList"/>
    <dgm:cxn modelId="{11B8853E-2355-4B7C-923F-A1F480A7C7E1}" type="presParOf" srcId="{5EA7658D-4444-4232-AE71-32C2029F9973}" destId="{8707A585-70F5-4A07-89D9-BE213FFFD9AC}"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rgbClr val="FF0000"/>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É</a:t>
          </a:r>
          <a:r>
            <a:rPr lang="fr-CM"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AF2EEEC-BC8D-4A68-A8FA-388574BCAEC2}"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r>
            <a:rPr lang="fr-FR" sz="1400" dirty="0" smtClean="0">
              <a:solidFill>
                <a:schemeClr val="bg1"/>
              </a:solidFill>
              <a:effectLst/>
              <a:latin typeface="+mn-lt"/>
              <a:ea typeface="+mn-ea"/>
              <a:cs typeface="+mn-cs"/>
            </a:rPr>
            <a:t>Bien qu’il existe des outils comme « Docker » pour assurer cette migration et malgré les avantages indéniables offerts par la conteneurisation, ces entreprises peinent à effectuer cette transition par manque d’expertise </a:t>
          </a:r>
          <a:r>
            <a:rPr lang="fr-FR" sz="1400" dirty="0" err="1" smtClean="0">
              <a:solidFill>
                <a:schemeClr val="bg1"/>
              </a:solidFill>
              <a:effectLst/>
              <a:latin typeface="+mn-lt"/>
              <a:ea typeface="+mn-ea"/>
              <a:cs typeface="+mn-cs"/>
            </a:rPr>
            <a:t>DevOps</a:t>
          </a:r>
          <a:r>
            <a:rPr lang="fr-FR" sz="1400" dirty="0" smtClean="0">
              <a:solidFill>
                <a:schemeClr val="tx1"/>
              </a:solidFill>
              <a:effectLst/>
              <a:latin typeface="+mn-lt"/>
              <a:ea typeface="+mn-ea"/>
              <a:cs typeface="+mn-cs"/>
            </a:rPr>
            <a:t>. </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endParaRPr lang="fr-FR"/>
        </a:p>
      </dgm:t>
    </dgm:pt>
    <dgm:pt modelId="{70634966-89E2-44D7-89E1-D611D8BD3585}" type="sibTrans" cxnId="{E806B04B-0401-4F23-B793-6459CBFA3B1A}">
      <dgm:prSet/>
      <dgm:spPr/>
      <dgm:t>
        <a:bodyPr/>
        <a:lstStyle/>
        <a:p>
          <a:endParaRPr lang="fr-FR"/>
        </a:p>
      </dgm:t>
    </dgm:pt>
    <dgm:pt modelId="{9FA1D0CF-B502-495F-9DD9-E4E7564D6633}">
      <dgm:prSet custT="1"/>
      <dgm:spPr/>
      <dgm:t>
        <a:bodyPr/>
        <a:lstStyle/>
        <a:p>
          <a:r>
            <a:rPr lang="fr-FR" sz="1400" dirty="0" smtClean="0"/>
            <a:t>Le choix de ce thème se justifie pour plusieurs raisons à savoir :</a:t>
          </a:r>
          <a:endParaRPr lang="en-US" sz="1400" dirty="0" smtClean="0"/>
        </a:p>
        <a:p>
          <a:r>
            <a:rPr lang="fr-FR" sz="1200" b="1" dirty="0" smtClean="0"/>
            <a:t>Actualité technologique :</a:t>
          </a:r>
          <a:r>
            <a:rPr lang="fr-FR" sz="1200" dirty="0" smtClean="0"/>
            <a:t> La conteneurisation est au cœur des architectures logicielles modernes (</a:t>
          </a:r>
          <a:r>
            <a:rPr lang="fr-FR" sz="1200" dirty="0" err="1" smtClean="0"/>
            <a:t>DevOps</a:t>
          </a:r>
          <a:r>
            <a:rPr lang="fr-FR" sz="1200" dirty="0" smtClean="0"/>
            <a:t>, Cloud-Native).</a:t>
          </a:r>
        </a:p>
        <a:p>
          <a:r>
            <a:rPr lang="fr-FR" sz="1200" b="1" dirty="0" smtClean="0"/>
            <a:t>Demande du marché :</a:t>
          </a:r>
          <a:r>
            <a:rPr lang="fr-FR" sz="1200" dirty="0" smtClean="0"/>
            <a:t> Les entreprises cherchent activement des experts capables de gérer la transition vers des environnements conteneurisés.</a:t>
          </a:r>
          <a:endParaRPr lang="fr-FR" sz="1200" dirty="0">
            <a:latin typeface="Century Gothic" panose="020B0502020202020204" pitchFamily="34" charset="0"/>
          </a:endParaRPr>
        </a:p>
      </dgm:t>
    </dgm:pt>
    <dgm:pt modelId="{6EAFFC3E-CD6F-451C-9099-F322A9F9829C}" type="parTrans" cxnId="{DEC5E4F8-9EF5-4C71-94E6-562B7C5DC1C4}">
      <dgm:prSet/>
      <dgm:spPr/>
      <dgm:t>
        <a:bodyPr/>
        <a:lstStyle/>
        <a:p>
          <a:endParaRPr lang="fr-FR"/>
        </a:p>
      </dgm:t>
    </dgm:pt>
    <dgm:pt modelId="{201F4F7D-4A5C-4828-9AF3-C397B3FDE836}" type="sibTrans" cxnId="{DEC5E4F8-9EF5-4C71-94E6-562B7C5DC1C4}">
      <dgm:prSet/>
      <dgm:spPr/>
      <dgm:t>
        <a:bodyPr/>
        <a:lstStyle/>
        <a:p>
          <a:endParaRPr lang="fr-FR"/>
        </a:p>
      </dgm:t>
    </dgm:pt>
    <dgm:pt modelId="{0A1BDFD6-5D76-417A-9F35-84CF5A28FABE}">
      <dgm:prSet custT="1"/>
      <dgm:spPr/>
      <dgm:t>
        <a:bodyPr/>
        <a:lstStyle/>
        <a:p>
          <a:r>
            <a:rPr lang="fr-FR" sz="1400" dirty="0" smtClean="0"/>
            <a:t>C’est dans cet ordre d’idée que nous nous sommes intéressés à informatiser une solution pour permettre à toutes les structures souhaitant accélérer la transition vers des architectures modernes sans nécessité de compétences </a:t>
          </a:r>
          <a:r>
            <a:rPr lang="fr-FR" sz="1400" dirty="0" err="1" smtClean="0"/>
            <a:t>DevOps</a:t>
          </a:r>
          <a:r>
            <a:rPr lang="fr-FR" sz="1400" dirty="0" smtClean="0"/>
            <a:t>.</a:t>
          </a:r>
          <a:endParaRPr lang="fr-FR" sz="1400" dirty="0">
            <a:latin typeface="Century Gothic" panose="020B0502020202020204" pitchFamily="34" charset="0"/>
          </a:endParaRPr>
        </a:p>
      </dgm:t>
    </dgm:pt>
    <dgm:pt modelId="{14FF457F-763A-460A-B471-3BA2C0231FAC}" type="parTrans" cxnId="{30A2B294-49FF-479E-B3FF-3FF3076F7EB5}">
      <dgm:prSet/>
      <dgm:spPr/>
      <dgm:t>
        <a:bodyPr/>
        <a:lstStyle/>
        <a:p>
          <a:endParaRPr lang="fr-FR"/>
        </a:p>
      </dgm:t>
    </dgm:pt>
    <dgm:pt modelId="{A4FB0CBE-ED7D-4295-BEB0-883608397777}" type="sibTrans" cxnId="{30A2B294-49FF-479E-B3FF-3FF3076F7EB5}">
      <dgm:prSet/>
      <dgm:spPr/>
      <dgm:t>
        <a:bodyPr/>
        <a:lstStyle/>
        <a:p>
          <a:endParaRPr lang="fr-FR"/>
        </a:p>
      </dgm:t>
    </dgm:pt>
    <dgm:pt modelId="{A5DAA012-DC82-4C20-BD5B-C1DDE4E5D974}" type="pres">
      <dgm:prSet presAssocID="{AAF2EEEC-BC8D-4A68-A8FA-388574BCAEC2}" presName="Name0" presStyleCnt="0">
        <dgm:presLayoutVars>
          <dgm:chMax val="7"/>
          <dgm:chPref val="7"/>
          <dgm:dir/>
        </dgm:presLayoutVars>
      </dgm:prSet>
      <dgm:spPr/>
      <dgm:t>
        <a:bodyPr/>
        <a:lstStyle/>
        <a:p>
          <a:endParaRPr lang="fr-FR"/>
        </a:p>
      </dgm:t>
    </dgm:pt>
    <dgm:pt modelId="{D24F8CA9-4F1C-407B-93D3-0BDA70B53563}" type="pres">
      <dgm:prSet presAssocID="{AAF2EEEC-BC8D-4A68-A8FA-388574BCAEC2}" presName="Name1" presStyleCnt="0"/>
      <dgm:spPr/>
    </dgm:pt>
    <dgm:pt modelId="{BBB375BA-B2A6-45F3-AFED-E8295E66C2D4}" type="pres">
      <dgm:prSet presAssocID="{AAF2EEEC-BC8D-4A68-A8FA-388574BCAEC2}" presName="cycle" presStyleCnt="0"/>
      <dgm:spPr/>
    </dgm:pt>
    <dgm:pt modelId="{CBE3B783-BD21-4A18-A3F6-4A0AA5597849}" type="pres">
      <dgm:prSet presAssocID="{AAF2EEEC-BC8D-4A68-A8FA-388574BCAEC2}" presName="srcNode" presStyleLbl="node1" presStyleIdx="0" presStyleCnt="3"/>
      <dgm:spPr/>
    </dgm:pt>
    <dgm:pt modelId="{EB9D096F-DA64-4B84-A179-698BB610F53D}" type="pres">
      <dgm:prSet presAssocID="{AAF2EEEC-BC8D-4A68-A8FA-388574BCAEC2}" presName="conn" presStyleLbl="parChTrans1D2" presStyleIdx="0" presStyleCnt="1"/>
      <dgm:spPr/>
      <dgm:t>
        <a:bodyPr/>
        <a:lstStyle/>
        <a:p>
          <a:endParaRPr lang="fr-FR"/>
        </a:p>
      </dgm:t>
    </dgm:pt>
    <dgm:pt modelId="{B0F7C623-AD6C-4800-AF73-E9D6B5ADE333}" type="pres">
      <dgm:prSet presAssocID="{AAF2EEEC-BC8D-4A68-A8FA-388574BCAEC2}" presName="extraNode" presStyleLbl="node1" presStyleIdx="0" presStyleCnt="3"/>
      <dgm:spPr/>
    </dgm:pt>
    <dgm:pt modelId="{25127AC6-784D-40BA-9AAD-75FA372B713B}" type="pres">
      <dgm:prSet presAssocID="{AAF2EEEC-BC8D-4A68-A8FA-388574BCAEC2}" presName="dstNode" presStyleLbl="node1" presStyleIdx="0" presStyleCnt="3"/>
      <dgm:spPr/>
    </dgm:pt>
    <dgm:pt modelId="{EEC16C64-ACE6-4134-B185-4443553EFA71}" type="pres">
      <dgm:prSet presAssocID="{F8D58C6D-34FA-4535-98E6-0C817AEA39F1}" presName="text_1" presStyleLbl="node1" presStyleIdx="0" presStyleCnt="3" custScaleY="165161" custLinFactNeighborY="-11080">
        <dgm:presLayoutVars>
          <dgm:bulletEnabled val="1"/>
        </dgm:presLayoutVars>
      </dgm:prSet>
      <dgm:spPr/>
      <dgm:t>
        <a:bodyPr/>
        <a:lstStyle/>
        <a:p>
          <a:endParaRPr lang="fr-FR"/>
        </a:p>
      </dgm:t>
    </dgm:pt>
    <dgm:pt modelId="{30ED96B7-E7D0-4FE6-922B-1326E24FB60D}" type="pres">
      <dgm:prSet presAssocID="{F8D58C6D-34FA-4535-98E6-0C817AEA39F1}" presName="accent_1" presStyleCnt="0"/>
      <dgm:spPr/>
    </dgm:pt>
    <dgm:pt modelId="{B5CDC7D1-69AA-40BC-84B5-4B81EE15BD4F}" type="pres">
      <dgm:prSet presAssocID="{F8D58C6D-34FA-4535-98E6-0C817AEA39F1}" presName="accentRepeatNode" presStyleLbl="solidFgAcc1" presStyleIdx="0" presStyleCnt="3"/>
      <dgm:spPr>
        <a:solidFill>
          <a:schemeClr val="accent2"/>
        </a:solidFill>
        <a:ln>
          <a:solidFill>
            <a:schemeClr val="bg1"/>
          </a:solidFill>
        </a:ln>
      </dgm:spPr>
      <dgm:t>
        <a:bodyPr/>
        <a:lstStyle/>
        <a:p>
          <a:endParaRPr lang="fr-FR"/>
        </a:p>
      </dgm:t>
    </dgm:pt>
    <dgm:pt modelId="{3178DEF4-6340-4FBD-95F7-65BCDB2AE1F3}" type="pres">
      <dgm:prSet presAssocID="{9FA1D0CF-B502-495F-9DD9-E4E7564D6633}" presName="text_2" presStyleLbl="node1" presStyleIdx="1" presStyleCnt="3" custScaleY="180743" custLinFactNeighborY="12465">
        <dgm:presLayoutVars>
          <dgm:bulletEnabled val="1"/>
        </dgm:presLayoutVars>
      </dgm:prSet>
      <dgm:spPr/>
      <dgm:t>
        <a:bodyPr/>
        <a:lstStyle/>
        <a:p>
          <a:endParaRPr lang="fr-FR"/>
        </a:p>
      </dgm:t>
    </dgm:pt>
    <dgm:pt modelId="{29899516-FCF3-4BF3-910C-B48ADF3E30B7}" type="pres">
      <dgm:prSet presAssocID="{9FA1D0CF-B502-495F-9DD9-E4E7564D6633}" presName="accent_2" presStyleCnt="0"/>
      <dgm:spPr/>
    </dgm:pt>
    <dgm:pt modelId="{3E4B33B9-75EF-4867-9D98-362146DB4B6F}" type="pres">
      <dgm:prSet presAssocID="{9FA1D0CF-B502-495F-9DD9-E4E7564D6633}" presName="accentRepeatNode" presStyleLbl="solidFgAcc1" presStyleIdx="1" presStyleCnt="3"/>
      <dgm:spPr>
        <a:solidFill>
          <a:srgbClr val="FF0000"/>
        </a:solidFill>
        <a:ln>
          <a:solidFill>
            <a:schemeClr val="bg1"/>
          </a:solidFill>
        </a:ln>
      </dgm:spPr>
      <dgm:t>
        <a:bodyPr/>
        <a:lstStyle/>
        <a:p>
          <a:endParaRPr lang="fr-FR"/>
        </a:p>
      </dgm:t>
    </dgm:pt>
    <dgm:pt modelId="{7357D7D4-E90A-48B7-AF57-504F87486D06}" type="pres">
      <dgm:prSet presAssocID="{0A1BDFD6-5D76-417A-9F35-84CF5A28FABE}" presName="text_3" presStyleLbl="node1" presStyleIdx="2" presStyleCnt="3" custScaleY="122409">
        <dgm:presLayoutVars>
          <dgm:bulletEnabled val="1"/>
        </dgm:presLayoutVars>
      </dgm:prSet>
      <dgm:spPr/>
      <dgm:t>
        <a:bodyPr/>
        <a:lstStyle/>
        <a:p>
          <a:endParaRPr lang="fr-FR"/>
        </a:p>
      </dgm:t>
    </dgm:pt>
    <dgm:pt modelId="{5EA7658D-4444-4232-AE71-32C2029F9973}" type="pres">
      <dgm:prSet presAssocID="{0A1BDFD6-5D76-417A-9F35-84CF5A28FABE}" presName="accent_3" presStyleCnt="0"/>
      <dgm:spPr/>
    </dgm:pt>
    <dgm:pt modelId="{8707A585-70F5-4A07-89D9-BE213FFFD9AC}" type="pres">
      <dgm:prSet presAssocID="{0A1BDFD6-5D76-417A-9F35-84CF5A28FABE}" presName="accentRepeatNode" presStyleLbl="solidFgAcc1" presStyleIdx="2" presStyleCnt="3"/>
      <dgm:spPr>
        <a:solidFill>
          <a:srgbClr val="FFFF00"/>
        </a:solidFill>
        <a:ln>
          <a:solidFill>
            <a:schemeClr val="bg1"/>
          </a:solidFill>
        </a:ln>
      </dgm:spPr>
      <dgm:t>
        <a:bodyPr/>
        <a:lstStyle/>
        <a:p>
          <a:endParaRPr lang="fr-FR"/>
        </a:p>
      </dgm:t>
    </dgm:pt>
  </dgm:ptLst>
  <dgm:cxnLst>
    <dgm:cxn modelId="{60C59355-10DB-461F-A7A7-DA054C543B17}" type="presOf" srcId="{0A1BDFD6-5D76-417A-9F35-84CF5A28FABE}" destId="{7357D7D4-E90A-48B7-AF57-504F87486D06}" srcOrd="0" destOrd="0" presId="urn:microsoft.com/office/officeart/2008/layout/VerticalCurvedList"/>
    <dgm:cxn modelId="{5D78DF9D-552C-4D0C-BF57-3EDACF439B6D}" type="presOf" srcId="{AAF2EEEC-BC8D-4A68-A8FA-388574BCAEC2}" destId="{A5DAA012-DC82-4C20-BD5B-C1DDE4E5D974}" srcOrd="0" destOrd="0" presId="urn:microsoft.com/office/officeart/2008/layout/VerticalCurvedList"/>
    <dgm:cxn modelId="{538761A5-D7F1-4FB8-B29E-DCDBD5CD9A50}" type="presOf" srcId="{70634966-89E2-44D7-89E1-D611D8BD3585}" destId="{EB9D096F-DA64-4B84-A179-698BB610F53D}" srcOrd="0" destOrd="0" presId="urn:microsoft.com/office/officeart/2008/layout/VerticalCurvedList"/>
    <dgm:cxn modelId="{86AD35DA-24EC-40F0-B8AF-87BE47E510A9}" type="presOf" srcId="{F8D58C6D-34FA-4535-98E6-0C817AEA39F1}" destId="{EEC16C64-ACE6-4134-B185-4443553EFA71}" srcOrd="0" destOrd="0" presId="urn:microsoft.com/office/officeart/2008/layout/VerticalCurvedList"/>
    <dgm:cxn modelId="{DEC5E4F8-9EF5-4C71-94E6-562B7C5DC1C4}" srcId="{AAF2EEEC-BC8D-4A68-A8FA-388574BCAEC2}" destId="{9FA1D0CF-B502-495F-9DD9-E4E7564D6633}" srcOrd="1" destOrd="0" parTransId="{6EAFFC3E-CD6F-451C-9099-F322A9F9829C}" sibTransId="{201F4F7D-4A5C-4828-9AF3-C397B3FDE836}"/>
    <dgm:cxn modelId="{31C8EFB4-9420-4A47-9E48-F14D098922AF}" type="presOf" srcId="{9FA1D0CF-B502-495F-9DD9-E4E7564D6633}" destId="{3178DEF4-6340-4FBD-95F7-65BCDB2AE1F3}" srcOrd="0" destOrd="0" presId="urn:microsoft.com/office/officeart/2008/layout/VerticalCurvedList"/>
    <dgm:cxn modelId="{E806B04B-0401-4F23-B793-6459CBFA3B1A}" srcId="{AAF2EEEC-BC8D-4A68-A8FA-388574BCAEC2}" destId="{F8D58C6D-34FA-4535-98E6-0C817AEA39F1}" srcOrd="0" destOrd="0" parTransId="{DE46B730-D41B-4D04-91BE-8C5D1D110E51}" sibTransId="{70634966-89E2-44D7-89E1-D611D8BD3585}"/>
    <dgm:cxn modelId="{30A2B294-49FF-479E-B3FF-3FF3076F7EB5}" srcId="{AAF2EEEC-BC8D-4A68-A8FA-388574BCAEC2}" destId="{0A1BDFD6-5D76-417A-9F35-84CF5A28FABE}" srcOrd="2" destOrd="0" parTransId="{14FF457F-763A-460A-B471-3BA2C0231FAC}" sibTransId="{A4FB0CBE-ED7D-4295-BEB0-883608397777}"/>
    <dgm:cxn modelId="{E1844C10-3CC5-4104-9AF6-67E80A73907F}" type="presParOf" srcId="{A5DAA012-DC82-4C20-BD5B-C1DDE4E5D974}" destId="{D24F8CA9-4F1C-407B-93D3-0BDA70B53563}" srcOrd="0" destOrd="0" presId="urn:microsoft.com/office/officeart/2008/layout/VerticalCurvedList"/>
    <dgm:cxn modelId="{4B73D5C5-056E-45E5-A834-1428DB4AB91D}" type="presParOf" srcId="{D24F8CA9-4F1C-407B-93D3-0BDA70B53563}" destId="{BBB375BA-B2A6-45F3-AFED-E8295E66C2D4}" srcOrd="0" destOrd="0" presId="urn:microsoft.com/office/officeart/2008/layout/VerticalCurvedList"/>
    <dgm:cxn modelId="{26023301-37BF-4D8B-8763-C42E89FF64F8}" type="presParOf" srcId="{BBB375BA-B2A6-45F3-AFED-E8295E66C2D4}" destId="{CBE3B783-BD21-4A18-A3F6-4A0AA5597849}" srcOrd="0" destOrd="0" presId="urn:microsoft.com/office/officeart/2008/layout/VerticalCurvedList"/>
    <dgm:cxn modelId="{77D568F2-E487-451B-81E4-E2B1B5652C77}" type="presParOf" srcId="{BBB375BA-B2A6-45F3-AFED-E8295E66C2D4}" destId="{EB9D096F-DA64-4B84-A179-698BB610F53D}" srcOrd="1" destOrd="0" presId="urn:microsoft.com/office/officeart/2008/layout/VerticalCurvedList"/>
    <dgm:cxn modelId="{672C6470-B42B-4352-998F-8B189E3C8DDB}" type="presParOf" srcId="{BBB375BA-B2A6-45F3-AFED-E8295E66C2D4}" destId="{B0F7C623-AD6C-4800-AF73-E9D6B5ADE333}" srcOrd="2" destOrd="0" presId="urn:microsoft.com/office/officeart/2008/layout/VerticalCurvedList"/>
    <dgm:cxn modelId="{0C973E66-5F74-46E7-8540-C701F552303C}" type="presParOf" srcId="{BBB375BA-B2A6-45F3-AFED-E8295E66C2D4}" destId="{25127AC6-784D-40BA-9AAD-75FA372B713B}" srcOrd="3" destOrd="0" presId="urn:microsoft.com/office/officeart/2008/layout/VerticalCurvedList"/>
    <dgm:cxn modelId="{F889E52A-E364-4CF5-A330-12CA3D3746F9}" type="presParOf" srcId="{D24F8CA9-4F1C-407B-93D3-0BDA70B53563}" destId="{EEC16C64-ACE6-4134-B185-4443553EFA71}" srcOrd="1" destOrd="0" presId="urn:microsoft.com/office/officeart/2008/layout/VerticalCurvedList"/>
    <dgm:cxn modelId="{38B2A2FA-73DA-4A5B-BE60-668F854B0FF1}" type="presParOf" srcId="{D24F8CA9-4F1C-407B-93D3-0BDA70B53563}" destId="{30ED96B7-E7D0-4FE6-922B-1326E24FB60D}" srcOrd="2" destOrd="0" presId="urn:microsoft.com/office/officeart/2008/layout/VerticalCurvedList"/>
    <dgm:cxn modelId="{B8758732-FF65-4095-9C63-A1DED9BA8B8B}" type="presParOf" srcId="{30ED96B7-E7D0-4FE6-922B-1326E24FB60D}" destId="{B5CDC7D1-69AA-40BC-84B5-4B81EE15BD4F}" srcOrd="0" destOrd="0" presId="urn:microsoft.com/office/officeart/2008/layout/VerticalCurvedList"/>
    <dgm:cxn modelId="{EBBF9ACD-ED89-4103-92FF-5100E6801FD3}" type="presParOf" srcId="{D24F8CA9-4F1C-407B-93D3-0BDA70B53563}" destId="{3178DEF4-6340-4FBD-95F7-65BCDB2AE1F3}" srcOrd="3" destOrd="0" presId="urn:microsoft.com/office/officeart/2008/layout/VerticalCurvedList"/>
    <dgm:cxn modelId="{B9BD55F4-B6DB-401E-90CC-B6D9BF95A3A6}" type="presParOf" srcId="{D24F8CA9-4F1C-407B-93D3-0BDA70B53563}" destId="{29899516-FCF3-4BF3-910C-B48ADF3E30B7}" srcOrd="4" destOrd="0" presId="urn:microsoft.com/office/officeart/2008/layout/VerticalCurvedList"/>
    <dgm:cxn modelId="{3F9B1E59-5E37-4C17-B489-B0392AC39CD3}" type="presParOf" srcId="{29899516-FCF3-4BF3-910C-B48ADF3E30B7}" destId="{3E4B33B9-75EF-4867-9D98-362146DB4B6F}" srcOrd="0" destOrd="0" presId="urn:microsoft.com/office/officeart/2008/layout/VerticalCurvedList"/>
    <dgm:cxn modelId="{1AB95372-1541-483B-B323-717360500605}" type="presParOf" srcId="{D24F8CA9-4F1C-407B-93D3-0BDA70B53563}" destId="{7357D7D4-E90A-48B7-AF57-504F87486D06}" srcOrd="5" destOrd="0" presId="urn:microsoft.com/office/officeart/2008/layout/VerticalCurvedList"/>
    <dgm:cxn modelId="{58442DDB-2732-4D95-81B6-A2327622D7EB}" type="presParOf" srcId="{D24F8CA9-4F1C-407B-93D3-0BDA70B53563}" destId="{5EA7658D-4444-4232-AE71-32C2029F9973}" srcOrd="6" destOrd="0" presId="urn:microsoft.com/office/officeart/2008/layout/VerticalCurvedList"/>
    <dgm:cxn modelId="{11B8853E-2355-4B7C-923F-A1F480A7C7E1}" type="presParOf" srcId="{5EA7658D-4444-4232-AE71-32C2029F9973}" destId="{8707A585-70F5-4A07-89D9-BE213FFFD9AC}"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2">
            <a:lumMod val="50000"/>
          </a:schemeClr>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Problématique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AF2EEEC-BC8D-4A68-A8FA-388574BCAEC2}"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r>
            <a:rPr lang="fr-FR" sz="1400" dirty="0" smtClean="0"/>
            <a:t>Au Cameroun, une grande partie du patrimoine applicatif est constituée d'applications web développées sur des architectures plus traditionnelles (monolithique ou 3-tiers), souvent déployées directement sur des serveurs physiques ou des machines virtuelles, avec des dépendances complexes et des configurations spécifiques à leur environnement d'origine</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endParaRPr lang="fr-FR"/>
        </a:p>
      </dgm:t>
    </dgm:pt>
    <dgm:pt modelId="{70634966-89E2-44D7-89E1-D611D8BD3585}" type="sibTrans" cxnId="{E806B04B-0401-4F23-B793-6459CBFA3B1A}">
      <dgm:prSet/>
      <dgm:spPr/>
      <dgm:t>
        <a:bodyPr/>
        <a:lstStyle/>
        <a:p>
          <a:endParaRPr lang="fr-FR"/>
        </a:p>
      </dgm:t>
    </dgm:pt>
    <dgm:pt modelId="{9FA1D0CF-B502-495F-9DD9-E4E7564D6633}">
      <dgm:prSet custT="1"/>
      <dgm:spPr/>
      <dgm:t>
        <a:bodyPr/>
        <a:lstStyle/>
        <a:p>
          <a:r>
            <a:rPr lang="fr-FR" sz="1100" dirty="0" smtClean="0"/>
            <a:t>En effet, ces infrastructures traditionnelles présentent plusieurs limitations à savoir :</a:t>
          </a:r>
          <a:endParaRPr lang="en-US" sz="1100" dirty="0" smtClean="0"/>
        </a:p>
        <a:p>
          <a:r>
            <a:rPr lang="fr-FR" sz="1100" b="1" dirty="0" smtClean="0"/>
            <a:t>- Problèmes de portabilité</a:t>
          </a:r>
          <a:r>
            <a:rPr lang="fr-FR" sz="1100" dirty="0" smtClean="0"/>
            <a:t> entre environnements (développement, test, production) </a:t>
          </a:r>
          <a:endParaRPr lang="en-US" sz="1100" dirty="0" smtClean="0"/>
        </a:p>
        <a:p>
          <a:r>
            <a:rPr lang="fr-FR" sz="1100" b="1" dirty="0" smtClean="0"/>
            <a:t>- Dépendances système</a:t>
          </a:r>
          <a:r>
            <a:rPr lang="fr-FR" sz="1100" dirty="0" smtClean="0"/>
            <a:t> complexes et difficiles à reproduire</a:t>
          </a:r>
          <a:endParaRPr lang="en-US" sz="1100" dirty="0" smtClean="0"/>
        </a:p>
        <a:p>
          <a:r>
            <a:rPr lang="fr-FR" sz="1100" b="1" dirty="0" smtClean="0"/>
            <a:t>- </a:t>
          </a:r>
          <a:r>
            <a:rPr lang="fr-FR" sz="1100" b="1" dirty="0" err="1" smtClean="0"/>
            <a:t>Scalabilité</a:t>
          </a:r>
          <a:r>
            <a:rPr lang="fr-FR" sz="1100" dirty="0" smtClean="0"/>
            <a:t> coûteuse (ajout de ressources matérielles)</a:t>
          </a:r>
          <a:endParaRPr lang="fr-FR" sz="1100" dirty="0">
            <a:latin typeface="Century Gothic" panose="020B0502020202020204" pitchFamily="34" charset="0"/>
          </a:endParaRPr>
        </a:p>
      </dgm:t>
    </dgm:pt>
    <dgm:pt modelId="{6EAFFC3E-CD6F-451C-9099-F322A9F9829C}" type="parTrans" cxnId="{DEC5E4F8-9EF5-4C71-94E6-562B7C5DC1C4}">
      <dgm:prSet/>
      <dgm:spPr/>
      <dgm:t>
        <a:bodyPr/>
        <a:lstStyle/>
        <a:p>
          <a:endParaRPr lang="fr-FR"/>
        </a:p>
      </dgm:t>
    </dgm:pt>
    <dgm:pt modelId="{201F4F7D-4A5C-4828-9AF3-C397B3FDE836}" type="sibTrans" cxnId="{DEC5E4F8-9EF5-4C71-94E6-562B7C5DC1C4}">
      <dgm:prSet/>
      <dgm:spPr/>
      <dgm:t>
        <a:bodyPr/>
        <a:lstStyle/>
        <a:p>
          <a:endParaRPr lang="fr-FR"/>
        </a:p>
      </dgm:t>
    </dgm:pt>
    <dgm:pt modelId="{0A1BDFD6-5D76-417A-9F35-84CF5A28FABE}">
      <dgm:prSet custT="1"/>
      <dgm:spPr/>
      <dgm:t>
        <a:bodyPr/>
        <a:lstStyle/>
        <a:p>
          <a:r>
            <a:rPr lang="fr-FR" sz="1100" b="1" dirty="0" smtClean="0"/>
            <a:t>-Problème de la Cohabitation</a:t>
          </a:r>
          <a:r>
            <a:rPr lang="fr-FR" sz="1100" dirty="0" smtClean="0"/>
            <a:t> entre Applications déployées</a:t>
          </a:r>
          <a:endParaRPr lang="en-US" sz="1100" dirty="0" smtClean="0"/>
        </a:p>
        <a:p>
          <a:r>
            <a:rPr lang="fr-FR" sz="1100" b="1" dirty="0" smtClean="0"/>
            <a:t>-Temps de déploiement</a:t>
          </a:r>
          <a:r>
            <a:rPr lang="fr-FR" sz="1100" dirty="0" smtClean="0"/>
            <a:t> longs pour les nouvelles versions</a:t>
          </a:r>
          <a:endParaRPr lang="en-US" sz="1100" dirty="0" smtClean="0"/>
        </a:p>
        <a:p>
          <a:r>
            <a:rPr lang="fr-FR" sz="1100" b="1" dirty="0" smtClean="0"/>
            <a:t>-Problème d’optimisation des ressources utilisés.</a:t>
          </a:r>
        </a:p>
        <a:p>
          <a:r>
            <a:rPr lang="fr-FR" sz="1100" dirty="0" smtClean="0"/>
            <a:t>Cette problématique nous amène a formuler les questions de recherche suivant:</a:t>
          </a:r>
          <a:endParaRPr lang="fr-FR" sz="1100" dirty="0">
            <a:latin typeface="Century Gothic" panose="020B0502020202020204" pitchFamily="34" charset="0"/>
          </a:endParaRPr>
        </a:p>
      </dgm:t>
    </dgm:pt>
    <dgm:pt modelId="{14FF457F-763A-460A-B471-3BA2C0231FAC}" type="parTrans" cxnId="{30A2B294-49FF-479E-B3FF-3FF3076F7EB5}">
      <dgm:prSet/>
      <dgm:spPr/>
      <dgm:t>
        <a:bodyPr/>
        <a:lstStyle/>
        <a:p>
          <a:endParaRPr lang="fr-FR"/>
        </a:p>
      </dgm:t>
    </dgm:pt>
    <dgm:pt modelId="{A4FB0CBE-ED7D-4295-BEB0-883608397777}" type="sibTrans" cxnId="{30A2B294-49FF-479E-B3FF-3FF3076F7EB5}">
      <dgm:prSet/>
      <dgm:spPr/>
      <dgm:t>
        <a:bodyPr/>
        <a:lstStyle/>
        <a:p>
          <a:endParaRPr lang="fr-FR"/>
        </a:p>
      </dgm:t>
    </dgm:pt>
    <dgm:pt modelId="{A5DAA012-DC82-4C20-BD5B-C1DDE4E5D974}" type="pres">
      <dgm:prSet presAssocID="{AAF2EEEC-BC8D-4A68-A8FA-388574BCAEC2}" presName="Name0" presStyleCnt="0">
        <dgm:presLayoutVars>
          <dgm:chMax val="7"/>
          <dgm:chPref val="7"/>
          <dgm:dir/>
        </dgm:presLayoutVars>
      </dgm:prSet>
      <dgm:spPr/>
      <dgm:t>
        <a:bodyPr/>
        <a:lstStyle/>
        <a:p>
          <a:endParaRPr lang="fr-FR"/>
        </a:p>
      </dgm:t>
    </dgm:pt>
    <dgm:pt modelId="{D24F8CA9-4F1C-407B-93D3-0BDA70B53563}" type="pres">
      <dgm:prSet presAssocID="{AAF2EEEC-BC8D-4A68-A8FA-388574BCAEC2}" presName="Name1" presStyleCnt="0"/>
      <dgm:spPr/>
    </dgm:pt>
    <dgm:pt modelId="{BBB375BA-B2A6-45F3-AFED-E8295E66C2D4}" type="pres">
      <dgm:prSet presAssocID="{AAF2EEEC-BC8D-4A68-A8FA-388574BCAEC2}" presName="cycle" presStyleCnt="0"/>
      <dgm:spPr/>
    </dgm:pt>
    <dgm:pt modelId="{CBE3B783-BD21-4A18-A3F6-4A0AA5597849}" type="pres">
      <dgm:prSet presAssocID="{AAF2EEEC-BC8D-4A68-A8FA-388574BCAEC2}" presName="srcNode" presStyleLbl="node1" presStyleIdx="0" presStyleCnt="3"/>
      <dgm:spPr/>
    </dgm:pt>
    <dgm:pt modelId="{EB9D096F-DA64-4B84-A179-698BB610F53D}" type="pres">
      <dgm:prSet presAssocID="{AAF2EEEC-BC8D-4A68-A8FA-388574BCAEC2}" presName="conn" presStyleLbl="parChTrans1D2" presStyleIdx="0" presStyleCnt="1"/>
      <dgm:spPr/>
      <dgm:t>
        <a:bodyPr/>
        <a:lstStyle/>
        <a:p>
          <a:endParaRPr lang="fr-FR"/>
        </a:p>
      </dgm:t>
    </dgm:pt>
    <dgm:pt modelId="{B0F7C623-AD6C-4800-AF73-E9D6B5ADE333}" type="pres">
      <dgm:prSet presAssocID="{AAF2EEEC-BC8D-4A68-A8FA-388574BCAEC2}" presName="extraNode" presStyleLbl="node1" presStyleIdx="0" presStyleCnt="3"/>
      <dgm:spPr/>
    </dgm:pt>
    <dgm:pt modelId="{25127AC6-784D-40BA-9AAD-75FA372B713B}" type="pres">
      <dgm:prSet presAssocID="{AAF2EEEC-BC8D-4A68-A8FA-388574BCAEC2}" presName="dstNode" presStyleLbl="node1" presStyleIdx="0" presStyleCnt="3"/>
      <dgm:spPr/>
    </dgm:pt>
    <dgm:pt modelId="{EEC16C64-ACE6-4134-B185-4443553EFA71}" type="pres">
      <dgm:prSet presAssocID="{F8D58C6D-34FA-4535-98E6-0C817AEA39F1}" presName="text_1" presStyleLbl="node1" presStyleIdx="0" presStyleCnt="3" custScaleY="165161" custLinFactNeighborY="-11080">
        <dgm:presLayoutVars>
          <dgm:bulletEnabled val="1"/>
        </dgm:presLayoutVars>
      </dgm:prSet>
      <dgm:spPr/>
      <dgm:t>
        <a:bodyPr/>
        <a:lstStyle/>
        <a:p>
          <a:endParaRPr lang="fr-FR"/>
        </a:p>
      </dgm:t>
    </dgm:pt>
    <dgm:pt modelId="{30ED96B7-E7D0-4FE6-922B-1326E24FB60D}" type="pres">
      <dgm:prSet presAssocID="{F8D58C6D-34FA-4535-98E6-0C817AEA39F1}" presName="accent_1" presStyleCnt="0"/>
      <dgm:spPr/>
    </dgm:pt>
    <dgm:pt modelId="{B5CDC7D1-69AA-40BC-84B5-4B81EE15BD4F}" type="pres">
      <dgm:prSet presAssocID="{F8D58C6D-34FA-4535-98E6-0C817AEA39F1}" presName="accentRepeatNode" presStyleLbl="solidFgAcc1" presStyleIdx="0" presStyleCnt="3"/>
      <dgm:spPr>
        <a:solidFill>
          <a:schemeClr val="accent2"/>
        </a:solidFill>
        <a:ln>
          <a:solidFill>
            <a:schemeClr val="bg1"/>
          </a:solidFill>
        </a:ln>
      </dgm:spPr>
      <dgm:t>
        <a:bodyPr/>
        <a:lstStyle/>
        <a:p>
          <a:endParaRPr lang="fr-FR"/>
        </a:p>
      </dgm:t>
    </dgm:pt>
    <dgm:pt modelId="{3178DEF4-6340-4FBD-95F7-65BCDB2AE1F3}" type="pres">
      <dgm:prSet presAssocID="{9FA1D0CF-B502-495F-9DD9-E4E7564D6633}" presName="text_2" presStyleLbl="node1" presStyleIdx="1" presStyleCnt="3" custScaleY="147512" custLinFactNeighborY="12465">
        <dgm:presLayoutVars>
          <dgm:bulletEnabled val="1"/>
        </dgm:presLayoutVars>
      </dgm:prSet>
      <dgm:spPr/>
      <dgm:t>
        <a:bodyPr/>
        <a:lstStyle/>
        <a:p>
          <a:endParaRPr lang="fr-FR"/>
        </a:p>
      </dgm:t>
    </dgm:pt>
    <dgm:pt modelId="{29899516-FCF3-4BF3-910C-B48ADF3E30B7}" type="pres">
      <dgm:prSet presAssocID="{9FA1D0CF-B502-495F-9DD9-E4E7564D6633}" presName="accent_2" presStyleCnt="0"/>
      <dgm:spPr/>
    </dgm:pt>
    <dgm:pt modelId="{3E4B33B9-75EF-4867-9D98-362146DB4B6F}" type="pres">
      <dgm:prSet presAssocID="{9FA1D0CF-B502-495F-9DD9-E4E7564D6633}" presName="accentRepeatNode" presStyleLbl="solidFgAcc1" presStyleIdx="1" presStyleCnt="3"/>
      <dgm:spPr>
        <a:solidFill>
          <a:srgbClr val="FF0000"/>
        </a:solidFill>
        <a:ln>
          <a:solidFill>
            <a:schemeClr val="bg1"/>
          </a:solidFill>
        </a:ln>
      </dgm:spPr>
      <dgm:t>
        <a:bodyPr/>
        <a:lstStyle/>
        <a:p>
          <a:endParaRPr lang="fr-FR"/>
        </a:p>
      </dgm:t>
    </dgm:pt>
    <dgm:pt modelId="{7357D7D4-E90A-48B7-AF57-504F87486D06}" type="pres">
      <dgm:prSet presAssocID="{0A1BDFD6-5D76-417A-9F35-84CF5A28FABE}" presName="text_3" presStyleLbl="node1" presStyleIdx="2" presStyleCnt="3" custScaleY="122409">
        <dgm:presLayoutVars>
          <dgm:bulletEnabled val="1"/>
        </dgm:presLayoutVars>
      </dgm:prSet>
      <dgm:spPr/>
      <dgm:t>
        <a:bodyPr/>
        <a:lstStyle/>
        <a:p>
          <a:endParaRPr lang="fr-FR"/>
        </a:p>
      </dgm:t>
    </dgm:pt>
    <dgm:pt modelId="{5EA7658D-4444-4232-AE71-32C2029F9973}" type="pres">
      <dgm:prSet presAssocID="{0A1BDFD6-5D76-417A-9F35-84CF5A28FABE}" presName="accent_3" presStyleCnt="0"/>
      <dgm:spPr/>
    </dgm:pt>
    <dgm:pt modelId="{8707A585-70F5-4A07-89D9-BE213FFFD9AC}" type="pres">
      <dgm:prSet presAssocID="{0A1BDFD6-5D76-417A-9F35-84CF5A28FABE}" presName="accentRepeatNode" presStyleLbl="solidFgAcc1" presStyleIdx="2" presStyleCnt="3"/>
      <dgm:spPr>
        <a:solidFill>
          <a:srgbClr val="FFFF00"/>
        </a:solidFill>
        <a:ln>
          <a:solidFill>
            <a:schemeClr val="bg1"/>
          </a:solidFill>
        </a:ln>
      </dgm:spPr>
      <dgm:t>
        <a:bodyPr/>
        <a:lstStyle/>
        <a:p>
          <a:endParaRPr lang="fr-FR"/>
        </a:p>
      </dgm:t>
    </dgm:pt>
  </dgm:ptLst>
  <dgm:cxnLst>
    <dgm:cxn modelId="{60C59355-10DB-461F-A7A7-DA054C543B17}" type="presOf" srcId="{0A1BDFD6-5D76-417A-9F35-84CF5A28FABE}" destId="{7357D7D4-E90A-48B7-AF57-504F87486D06}" srcOrd="0" destOrd="0" presId="urn:microsoft.com/office/officeart/2008/layout/VerticalCurvedList"/>
    <dgm:cxn modelId="{5D78DF9D-552C-4D0C-BF57-3EDACF439B6D}" type="presOf" srcId="{AAF2EEEC-BC8D-4A68-A8FA-388574BCAEC2}" destId="{A5DAA012-DC82-4C20-BD5B-C1DDE4E5D974}" srcOrd="0" destOrd="0" presId="urn:microsoft.com/office/officeart/2008/layout/VerticalCurvedList"/>
    <dgm:cxn modelId="{538761A5-D7F1-4FB8-B29E-DCDBD5CD9A50}" type="presOf" srcId="{70634966-89E2-44D7-89E1-D611D8BD3585}" destId="{EB9D096F-DA64-4B84-A179-698BB610F53D}" srcOrd="0" destOrd="0" presId="urn:microsoft.com/office/officeart/2008/layout/VerticalCurvedList"/>
    <dgm:cxn modelId="{86AD35DA-24EC-40F0-B8AF-87BE47E510A9}" type="presOf" srcId="{F8D58C6D-34FA-4535-98E6-0C817AEA39F1}" destId="{EEC16C64-ACE6-4134-B185-4443553EFA71}" srcOrd="0" destOrd="0" presId="urn:microsoft.com/office/officeart/2008/layout/VerticalCurvedList"/>
    <dgm:cxn modelId="{DEC5E4F8-9EF5-4C71-94E6-562B7C5DC1C4}" srcId="{AAF2EEEC-BC8D-4A68-A8FA-388574BCAEC2}" destId="{9FA1D0CF-B502-495F-9DD9-E4E7564D6633}" srcOrd="1" destOrd="0" parTransId="{6EAFFC3E-CD6F-451C-9099-F322A9F9829C}" sibTransId="{201F4F7D-4A5C-4828-9AF3-C397B3FDE836}"/>
    <dgm:cxn modelId="{31C8EFB4-9420-4A47-9E48-F14D098922AF}" type="presOf" srcId="{9FA1D0CF-B502-495F-9DD9-E4E7564D6633}" destId="{3178DEF4-6340-4FBD-95F7-65BCDB2AE1F3}" srcOrd="0" destOrd="0" presId="urn:microsoft.com/office/officeart/2008/layout/VerticalCurvedList"/>
    <dgm:cxn modelId="{E806B04B-0401-4F23-B793-6459CBFA3B1A}" srcId="{AAF2EEEC-BC8D-4A68-A8FA-388574BCAEC2}" destId="{F8D58C6D-34FA-4535-98E6-0C817AEA39F1}" srcOrd="0" destOrd="0" parTransId="{DE46B730-D41B-4D04-91BE-8C5D1D110E51}" sibTransId="{70634966-89E2-44D7-89E1-D611D8BD3585}"/>
    <dgm:cxn modelId="{30A2B294-49FF-479E-B3FF-3FF3076F7EB5}" srcId="{AAF2EEEC-BC8D-4A68-A8FA-388574BCAEC2}" destId="{0A1BDFD6-5D76-417A-9F35-84CF5A28FABE}" srcOrd="2" destOrd="0" parTransId="{14FF457F-763A-460A-B471-3BA2C0231FAC}" sibTransId="{A4FB0CBE-ED7D-4295-BEB0-883608397777}"/>
    <dgm:cxn modelId="{E1844C10-3CC5-4104-9AF6-67E80A73907F}" type="presParOf" srcId="{A5DAA012-DC82-4C20-BD5B-C1DDE4E5D974}" destId="{D24F8CA9-4F1C-407B-93D3-0BDA70B53563}" srcOrd="0" destOrd="0" presId="urn:microsoft.com/office/officeart/2008/layout/VerticalCurvedList"/>
    <dgm:cxn modelId="{4B73D5C5-056E-45E5-A834-1428DB4AB91D}" type="presParOf" srcId="{D24F8CA9-4F1C-407B-93D3-0BDA70B53563}" destId="{BBB375BA-B2A6-45F3-AFED-E8295E66C2D4}" srcOrd="0" destOrd="0" presId="urn:microsoft.com/office/officeart/2008/layout/VerticalCurvedList"/>
    <dgm:cxn modelId="{26023301-37BF-4D8B-8763-C42E89FF64F8}" type="presParOf" srcId="{BBB375BA-B2A6-45F3-AFED-E8295E66C2D4}" destId="{CBE3B783-BD21-4A18-A3F6-4A0AA5597849}" srcOrd="0" destOrd="0" presId="urn:microsoft.com/office/officeart/2008/layout/VerticalCurvedList"/>
    <dgm:cxn modelId="{77D568F2-E487-451B-81E4-E2B1B5652C77}" type="presParOf" srcId="{BBB375BA-B2A6-45F3-AFED-E8295E66C2D4}" destId="{EB9D096F-DA64-4B84-A179-698BB610F53D}" srcOrd="1" destOrd="0" presId="urn:microsoft.com/office/officeart/2008/layout/VerticalCurvedList"/>
    <dgm:cxn modelId="{672C6470-B42B-4352-998F-8B189E3C8DDB}" type="presParOf" srcId="{BBB375BA-B2A6-45F3-AFED-E8295E66C2D4}" destId="{B0F7C623-AD6C-4800-AF73-E9D6B5ADE333}" srcOrd="2" destOrd="0" presId="urn:microsoft.com/office/officeart/2008/layout/VerticalCurvedList"/>
    <dgm:cxn modelId="{0C973E66-5F74-46E7-8540-C701F552303C}" type="presParOf" srcId="{BBB375BA-B2A6-45F3-AFED-E8295E66C2D4}" destId="{25127AC6-784D-40BA-9AAD-75FA372B713B}" srcOrd="3" destOrd="0" presId="urn:microsoft.com/office/officeart/2008/layout/VerticalCurvedList"/>
    <dgm:cxn modelId="{F889E52A-E364-4CF5-A330-12CA3D3746F9}" type="presParOf" srcId="{D24F8CA9-4F1C-407B-93D3-0BDA70B53563}" destId="{EEC16C64-ACE6-4134-B185-4443553EFA71}" srcOrd="1" destOrd="0" presId="urn:microsoft.com/office/officeart/2008/layout/VerticalCurvedList"/>
    <dgm:cxn modelId="{38B2A2FA-73DA-4A5B-BE60-668F854B0FF1}" type="presParOf" srcId="{D24F8CA9-4F1C-407B-93D3-0BDA70B53563}" destId="{30ED96B7-E7D0-4FE6-922B-1326E24FB60D}" srcOrd="2" destOrd="0" presId="urn:microsoft.com/office/officeart/2008/layout/VerticalCurvedList"/>
    <dgm:cxn modelId="{B8758732-FF65-4095-9C63-A1DED9BA8B8B}" type="presParOf" srcId="{30ED96B7-E7D0-4FE6-922B-1326E24FB60D}" destId="{B5CDC7D1-69AA-40BC-84B5-4B81EE15BD4F}" srcOrd="0" destOrd="0" presId="urn:microsoft.com/office/officeart/2008/layout/VerticalCurvedList"/>
    <dgm:cxn modelId="{EBBF9ACD-ED89-4103-92FF-5100E6801FD3}" type="presParOf" srcId="{D24F8CA9-4F1C-407B-93D3-0BDA70B53563}" destId="{3178DEF4-6340-4FBD-95F7-65BCDB2AE1F3}" srcOrd="3" destOrd="0" presId="urn:microsoft.com/office/officeart/2008/layout/VerticalCurvedList"/>
    <dgm:cxn modelId="{B9BD55F4-B6DB-401E-90CC-B6D9BF95A3A6}" type="presParOf" srcId="{D24F8CA9-4F1C-407B-93D3-0BDA70B53563}" destId="{29899516-FCF3-4BF3-910C-B48ADF3E30B7}" srcOrd="4" destOrd="0" presId="urn:microsoft.com/office/officeart/2008/layout/VerticalCurvedList"/>
    <dgm:cxn modelId="{3F9B1E59-5E37-4C17-B489-B0392AC39CD3}" type="presParOf" srcId="{29899516-FCF3-4BF3-910C-B48ADF3E30B7}" destId="{3E4B33B9-75EF-4867-9D98-362146DB4B6F}" srcOrd="0" destOrd="0" presId="urn:microsoft.com/office/officeart/2008/layout/VerticalCurvedList"/>
    <dgm:cxn modelId="{1AB95372-1541-483B-B323-717360500605}" type="presParOf" srcId="{D24F8CA9-4F1C-407B-93D3-0BDA70B53563}" destId="{7357D7D4-E90A-48B7-AF57-504F87486D06}" srcOrd="5" destOrd="0" presId="urn:microsoft.com/office/officeart/2008/layout/VerticalCurvedList"/>
    <dgm:cxn modelId="{58442DDB-2732-4D95-81B6-A2327622D7EB}" type="presParOf" srcId="{D24F8CA9-4F1C-407B-93D3-0BDA70B53563}" destId="{5EA7658D-4444-4232-AE71-32C2029F9973}" srcOrd="6" destOrd="0" presId="urn:microsoft.com/office/officeart/2008/layout/VerticalCurvedList"/>
    <dgm:cxn modelId="{11B8853E-2355-4B7C-923F-A1F480A7C7E1}" type="presParOf" srcId="{5EA7658D-4444-4232-AE71-32C2029F9973}" destId="{8707A585-70F5-4A07-89D9-BE213FFFD9AC}"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1"/>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Problématique</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Questions de recherche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AF2EEEC-BC8D-4A68-A8FA-388574BCAEC2}" type="doc">
      <dgm:prSet loTypeId="urn:microsoft.com/office/officeart/2005/8/layout/hList7"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pPr algn="ctr"/>
          <a:r>
            <a:rPr lang="fr-FR" sz="1200" dirty="0" smtClean="0"/>
            <a:t>Comment planifier une migration progressive sans rupture de service, tout en garantissant la performance, la sécurité et la maintenabilité ? </a:t>
          </a:r>
          <a:r>
            <a:rPr lang="fr-FR" sz="1600" dirty="0" smtClean="0">
              <a:latin typeface="Century Gothic" panose="020B0502020202020204" pitchFamily="34" charset="0"/>
            </a:rPr>
            <a:t>)</a:t>
          </a:r>
          <a:endParaRPr lang="fr-FR" sz="16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pPr algn="ctr"/>
          <a:endParaRPr lang="fr-FR"/>
        </a:p>
      </dgm:t>
    </dgm:pt>
    <dgm:pt modelId="{70634966-89E2-44D7-89E1-D611D8BD3585}" type="sibTrans" cxnId="{E806B04B-0401-4F23-B793-6459CBFA3B1A}">
      <dgm:prSet/>
      <dgm:spPr/>
      <dgm:t>
        <a:bodyPr/>
        <a:lstStyle/>
        <a:p>
          <a:pPr algn="ctr"/>
          <a:endParaRPr lang="fr-FR"/>
        </a:p>
      </dgm:t>
    </dgm:pt>
    <dgm:pt modelId="{9FA1D0CF-B502-495F-9DD9-E4E7564D6633}">
      <dgm:prSet custT="1"/>
      <dgm:spPr/>
      <dgm:t>
        <a:bodyPr/>
        <a:lstStyle/>
        <a:p>
          <a:pPr algn="ctr"/>
          <a:r>
            <a:rPr lang="fr-FR" sz="1600" dirty="0" smtClean="0"/>
            <a:t>Comment adapter une application web existante monolithique/3-tiers pour les environnements containerisés ?</a:t>
          </a:r>
          <a:endParaRPr lang="fr-FR" sz="1600" dirty="0">
            <a:latin typeface="Century Gothic" panose="020B0502020202020204" pitchFamily="34" charset="0"/>
          </a:endParaRPr>
        </a:p>
      </dgm:t>
    </dgm:pt>
    <dgm:pt modelId="{6EAFFC3E-CD6F-451C-9099-F322A9F9829C}" type="parTrans" cxnId="{DEC5E4F8-9EF5-4C71-94E6-562B7C5DC1C4}">
      <dgm:prSet/>
      <dgm:spPr/>
      <dgm:t>
        <a:bodyPr/>
        <a:lstStyle/>
        <a:p>
          <a:pPr algn="ctr"/>
          <a:endParaRPr lang="fr-FR"/>
        </a:p>
      </dgm:t>
    </dgm:pt>
    <dgm:pt modelId="{201F4F7D-4A5C-4828-9AF3-C397B3FDE836}" type="sibTrans" cxnId="{DEC5E4F8-9EF5-4C71-94E6-562B7C5DC1C4}">
      <dgm:prSet/>
      <dgm:spPr/>
      <dgm:t>
        <a:bodyPr/>
        <a:lstStyle/>
        <a:p>
          <a:pPr algn="ctr"/>
          <a:endParaRPr lang="fr-FR"/>
        </a:p>
      </dgm:t>
    </dgm:pt>
    <dgm:pt modelId="{0A1BDFD6-5D76-417A-9F35-84CF5A28FABE}">
      <dgm:prSet custT="1"/>
      <dgm:spPr/>
      <dgm:t>
        <a:bodyPr/>
        <a:lstStyle/>
        <a:p>
          <a:pPr algn="ctr"/>
          <a:r>
            <a:rPr lang="fr-FR" sz="1600" dirty="0" smtClean="0"/>
            <a:t>Comment remédier aux problèmes de déploiement ?</a:t>
          </a:r>
          <a:endParaRPr lang="fr-FR" sz="1600" dirty="0">
            <a:latin typeface="Century Gothic" panose="020B0502020202020204" pitchFamily="34" charset="0"/>
          </a:endParaRPr>
        </a:p>
      </dgm:t>
    </dgm:pt>
    <dgm:pt modelId="{14FF457F-763A-460A-B471-3BA2C0231FAC}" type="parTrans" cxnId="{30A2B294-49FF-479E-B3FF-3FF3076F7EB5}">
      <dgm:prSet/>
      <dgm:spPr/>
      <dgm:t>
        <a:bodyPr/>
        <a:lstStyle/>
        <a:p>
          <a:pPr algn="ctr"/>
          <a:endParaRPr lang="fr-FR"/>
        </a:p>
      </dgm:t>
    </dgm:pt>
    <dgm:pt modelId="{A4FB0CBE-ED7D-4295-BEB0-883608397777}" type="sibTrans" cxnId="{30A2B294-49FF-479E-B3FF-3FF3076F7EB5}">
      <dgm:prSet/>
      <dgm:spPr/>
      <dgm:t>
        <a:bodyPr/>
        <a:lstStyle/>
        <a:p>
          <a:pPr algn="ctr"/>
          <a:endParaRPr lang="fr-FR"/>
        </a:p>
      </dgm:t>
    </dgm:pt>
    <dgm:pt modelId="{5B97017D-E1DD-4AF9-A26E-C519BA569EE5}">
      <dgm:prSet custT="1"/>
      <dgm:spPr/>
      <dgm:t>
        <a:bodyPr/>
        <a:lstStyle/>
        <a:p>
          <a:pPr algn="ctr"/>
          <a:r>
            <a:rPr lang="fr-FR" sz="1200" dirty="0" smtClean="0"/>
            <a:t>Quels sont les principes conceptuels et les architectures sous-jacentes pour la migration automatisée d'applications web vers un environnement conteneurisé ?</a:t>
          </a:r>
          <a:endParaRPr lang="fr-FR" sz="1200" dirty="0">
            <a:latin typeface="Century Gothic" panose="020B0502020202020204" pitchFamily="34" charset="0"/>
          </a:endParaRPr>
        </a:p>
      </dgm:t>
    </dgm:pt>
    <dgm:pt modelId="{7A969C9C-8C38-42F9-A82F-E42D4C730200}" type="parTrans" cxnId="{AB8D09CC-701F-4DC6-9974-1A861F996286}">
      <dgm:prSet/>
      <dgm:spPr/>
      <dgm:t>
        <a:bodyPr/>
        <a:lstStyle/>
        <a:p>
          <a:pPr algn="ctr"/>
          <a:endParaRPr lang="fr-FR"/>
        </a:p>
      </dgm:t>
    </dgm:pt>
    <dgm:pt modelId="{97052FE2-C307-42AA-B23C-1B6C675E3385}" type="sibTrans" cxnId="{AB8D09CC-701F-4DC6-9974-1A861F996286}">
      <dgm:prSet/>
      <dgm:spPr/>
      <dgm:t>
        <a:bodyPr/>
        <a:lstStyle/>
        <a:p>
          <a:pPr algn="ctr"/>
          <a:endParaRPr lang="fr-FR"/>
        </a:p>
      </dgm:t>
    </dgm:pt>
    <dgm:pt modelId="{7C9C9E4F-764B-4736-A783-64C97E455201}">
      <dgm:prSet custT="1"/>
      <dgm:spPr/>
      <dgm:t>
        <a:bodyPr/>
        <a:lstStyle/>
        <a:p>
          <a:pPr algn="ctr"/>
          <a:r>
            <a:rPr lang="fr-FR" sz="1200" dirty="0" smtClean="0"/>
            <a:t>Comment cet outil identifie et gère-t-il les dépendances, les configurations et la persistance des données des applications web existantes pour la conteneurisation ?</a:t>
          </a:r>
          <a:endParaRPr lang="fr-FR" sz="1200" dirty="0">
            <a:latin typeface="Century Gothic" panose="020B0502020202020204" pitchFamily="34" charset="0"/>
          </a:endParaRPr>
        </a:p>
      </dgm:t>
    </dgm:pt>
    <dgm:pt modelId="{BD60491A-049A-4FF3-95D9-1D1FC7CABD79}" type="parTrans" cxnId="{AC7BD2AA-E5BB-46A1-817A-00B6060026F5}">
      <dgm:prSet/>
      <dgm:spPr/>
      <dgm:t>
        <a:bodyPr/>
        <a:lstStyle/>
        <a:p>
          <a:pPr algn="ctr"/>
          <a:endParaRPr lang="fr-FR"/>
        </a:p>
      </dgm:t>
    </dgm:pt>
    <dgm:pt modelId="{8596CF9B-4B55-4379-A6A3-5B72C225343A}" type="sibTrans" cxnId="{AC7BD2AA-E5BB-46A1-817A-00B6060026F5}">
      <dgm:prSet/>
      <dgm:spPr/>
      <dgm:t>
        <a:bodyPr/>
        <a:lstStyle/>
        <a:p>
          <a:pPr algn="ctr"/>
          <a:endParaRPr lang="fr-FR"/>
        </a:p>
      </dgm:t>
    </dgm:pt>
    <dgm:pt modelId="{78590AA0-F395-46FC-8BBF-664C6AAE92FE}">
      <dgm:prSet custT="1"/>
      <dgm:spPr/>
      <dgm:t>
        <a:bodyPr/>
        <a:lstStyle/>
        <a:p>
          <a:pPr algn="ctr"/>
          <a:r>
            <a:rPr lang="fr-FR" sz="1200" dirty="0" smtClean="0">
              <a:latin typeface="Century Gothic" panose="020B0502020202020204" pitchFamily="34" charset="0"/>
            </a:rPr>
            <a:t>Ces questions de recherche nous ont conduit a fixer les objectifs suivant:</a:t>
          </a:r>
          <a:endParaRPr lang="fr-FR" sz="1200" dirty="0">
            <a:latin typeface="Century Gothic" panose="020B0502020202020204" pitchFamily="34" charset="0"/>
          </a:endParaRPr>
        </a:p>
      </dgm:t>
    </dgm:pt>
    <dgm:pt modelId="{BF90F3BF-5753-4325-93AD-D5041ED3885F}" type="parTrans" cxnId="{E0800AB5-67F4-41D5-8237-9EF323E226DF}">
      <dgm:prSet/>
      <dgm:spPr/>
      <dgm:t>
        <a:bodyPr/>
        <a:lstStyle/>
        <a:p>
          <a:endParaRPr lang="fr-FR"/>
        </a:p>
      </dgm:t>
    </dgm:pt>
    <dgm:pt modelId="{27D83CEF-57AA-4E94-98CD-C4861BCF82C6}" type="sibTrans" cxnId="{E0800AB5-67F4-41D5-8237-9EF323E226DF}">
      <dgm:prSet/>
      <dgm:spPr/>
      <dgm:t>
        <a:bodyPr/>
        <a:lstStyle/>
        <a:p>
          <a:endParaRPr lang="fr-FR"/>
        </a:p>
      </dgm:t>
    </dgm:pt>
    <dgm:pt modelId="{EDB8262A-7B5B-4C7C-B793-A07F7C7727D2}" type="pres">
      <dgm:prSet presAssocID="{AAF2EEEC-BC8D-4A68-A8FA-388574BCAEC2}" presName="Name0" presStyleCnt="0">
        <dgm:presLayoutVars>
          <dgm:dir/>
          <dgm:resizeHandles val="exact"/>
        </dgm:presLayoutVars>
      </dgm:prSet>
      <dgm:spPr/>
      <dgm:t>
        <a:bodyPr/>
        <a:lstStyle/>
        <a:p>
          <a:endParaRPr lang="fr-FR"/>
        </a:p>
      </dgm:t>
    </dgm:pt>
    <dgm:pt modelId="{D1B0B4B4-69E8-490A-B8E6-FD0822C21E9B}" type="pres">
      <dgm:prSet presAssocID="{AAF2EEEC-BC8D-4A68-A8FA-388574BCAEC2}" presName="fgShape" presStyleLbl="fgShp" presStyleIdx="0" presStyleCnt="1"/>
      <dgm:spPr/>
    </dgm:pt>
    <dgm:pt modelId="{5DDE0181-CC0D-4037-8D90-E54BF27BB419}" type="pres">
      <dgm:prSet presAssocID="{AAF2EEEC-BC8D-4A68-A8FA-388574BCAEC2}" presName="linComp" presStyleCnt="0"/>
      <dgm:spPr/>
    </dgm:pt>
    <dgm:pt modelId="{98ACCA40-ADC0-4B59-A51C-8AD099CE96EE}" type="pres">
      <dgm:prSet presAssocID="{F8D58C6D-34FA-4535-98E6-0C817AEA39F1}" presName="compNode" presStyleCnt="0"/>
      <dgm:spPr/>
    </dgm:pt>
    <dgm:pt modelId="{784AE082-C531-4072-B13D-765D81377898}" type="pres">
      <dgm:prSet presAssocID="{F8D58C6D-34FA-4535-98E6-0C817AEA39F1}" presName="bkgdShape" presStyleLbl="node1" presStyleIdx="0" presStyleCnt="6"/>
      <dgm:spPr/>
      <dgm:t>
        <a:bodyPr/>
        <a:lstStyle/>
        <a:p>
          <a:endParaRPr lang="fr-FR"/>
        </a:p>
      </dgm:t>
    </dgm:pt>
    <dgm:pt modelId="{5F675BC5-18E1-4F3B-B6FA-8E231640E45C}" type="pres">
      <dgm:prSet presAssocID="{F8D58C6D-34FA-4535-98E6-0C817AEA39F1}" presName="nodeTx" presStyleLbl="node1" presStyleIdx="0" presStyleCnt="6">
        <dgm:presLayoutVars>
          <dgm:bulletEnabled val="1"/>
        </dgm:presLayoutVars>
      </dgm:prSet>
      <dgm:spPr/>
      <dgm:t>
        <a:bodyPr/>
        <a:lstStyle/>
        <a:p>
          <a:endParaRPr lang="fr-FR"/>
        </a:p>
      </dgm:t>
    </dgm:pt>
    <dgm:pt modelId="{6C58EF14-FFB3-4DC9-87C0-A84E221EA4DF}" type="pres">
      <dgm:prSet presAssocID="{F8D58C6D-34FA-4535-98E6-0C817AEA39F1}" presName="invisiNode" presStyleLbl="node1" presStyleIdx="0" presStyleCnt="6"/>
      <dgm:spPr/>
    </dgm:pt>
    <dgm:pt modelId="{1C208517-F4A5-4316-922B-01FEE8E87854}" type="pres">
      <dgm:prSet presAssocID="{F8D58C6D-34FA-4535-98E6-0C817AEA39F1}" presName="imagNode" presStyleLbl="fgImgPlace1" presStyleIdx="0" presStyleCnt="6"/>
      <dgm:spPr>
        <a:prstGeom prst="ellipse">
          <a:avLst/>
        </a:prstGeom>
      </dgm:spPr>
      <dgm:t>
        <a:bodyPr/>
        <a:lstStyle/>
        <a:p>
          <a:endParaRPr lang="fr-FR"/>
        </a:p>
      </dgm:t>
    </dgm:pt>
    <dgm:pt modelId="{D781A21C-3846-4305-BE00-041BD75F1D7A}" type="pres">
      <dgm:prSet presAssocID="{70634966-89E2-44D7-89E1-D611D8BD3585}" presName="sibTrans" presStyleLbl="sibTrans2D1" presStyleIdx="0" presStyleCnt="0"/>
      <dgm:spPr/>
      <dgm:t>
        <a:bodyPr/>
        <a:lstStyle/>
        <a:p>
          <a:endParaRPr lang="fr-FR"/>
        </a:p>
      </dgm:t>
    </dgm:pt>
    <dgm:pt modelId="{8CD7D282-AF0C-4E7C-A042-6D5158D4BE65}" type="pres">
      <dgm:prSet presAssocID="{9FA1D0CF-B502-495F-9DD9-E4E7564D6633}" presName="compNode" presStyleCnt="0"/>
      <dgm:spPr/>
    </dgm:pt>
    <dgm:pt modelId="{45F4DA02-DFD3-41E3-AF7A-D01CFBD6EC00}" type="pres">
      <dgm:prSet presAssocID="{9FA1D0CF-B502-495F-9DD9-E4E7564D6633}" presName="bkgdShape" presStyleLbl="node1" presStyleIdx="1" presStyleCnt="6"/>
      <dgm:spPr/>
      <dgm:t>
        <a:bodyPr/>
        <a:lstStyle/>
        <a:p>
          <a:endParaRPr lang="fr-FR"/>
        </a:p>
      </dgm:t>
    </dgm:pt>
    <dgm:pt modelId="{A3BDABF6-B940-414C-81A7-33B4F558A6D1}" type="pres">
      <dgm:prSet presAssocID="{9FA1D0CF-B502-495F-9DD9-E4E7564D6633}" presName="nodeTx" presStyleLbl="node1" presStyleIdx="1" presStyleCnt="6">
        <dgm:presLayoutVars>
          <dgm:bulletEnabled val="1"/>
        </dgm:presLayoutVars>
      </dgm:prSet>
      <dgm:spPr/>
      <dgm:t>
        <a:bodyPr/>
        <a:lstStyle/>
        <a:p>
          <a:endParaRPr lang="fr-FR"/>
        </a:p>
      </dgm:t>
    </dgm:pt>
    <dgm:pt modelId="{DEF7720F-638A-4B66-9B17-944253A4E60A}" type="pres">
      <dgm:prSet presAssocID="{9FA1D0CF-B502-495F-9DD9-E4E7564D6633}" presName="invisiNode" presStyleLbl="node1" presStyleIdx="1" presStyleCnt="6"/>
      <dgm:spPr/>
    </dgm:pt>
    <dgm:pt modelId="{2FC96856-0A69-498E-B7C5-0B39221071A7}" type="pres">
      <dgm:prSet presAssocID="{9FA1D0CF-B502-495F-9DD9-E4E7564D6633}" presName="imagNode" presStyleLbl="fgImgPlace1" presStyleIdx="1" presStyleCnt="6" custScaleY="86427"/>
      <dgm:spPr/>
      <dgm:t>
        <a:bodyPr/>
        <a:lstStyle/>
        <a:p>
          <a:endParaRPr lang="fr-FR"/>
        </a:p>
      </dgm:t>
    </dgm:pt>
    <dgm:pt modelId="{06140BBE-809E-4D20-88DB-6C559635FC83}" type="pres">
      <dgm:prSet presAssocID="{201F4F7D-4A5C-4828-9AF3-C397B3FDE836}" presName="sibTrans" presStyleLbl="sibTrans2D1" presStyleIdx="0" presStyleCnt="0"/>
      <dgm:spPr/>
      <dgm:t>
        <a:bodyPr/>
        <a:lstStyle/>
        <a:p>
          <a:endParaRPr lang="fr-FR"/>
        </a:p>
      </dgm:t>
    </dgm:pt>
    <dgm:pt modelId="{669753D3-1B52-42B8-A2A6-B464CB769F7F}" type="pres">
      <dgm:prSet presAssocID="{0A1BDFD6-5D76-417A-9F35-84CF5A28FABE}" presName="compNode" presStyleCnt="0"/>
      <dgm:spPr/>
    </dgm:pt>
    <dgm:pt modelId="{B1976C02-F444-4CAE-8E16-8BCD1D58D29F}" type="pres">
      <dgm:prSet presAssocID="{0A1BDFD6-5D76-417A-9F35-84CF5A28FABE}" presName="bkgdShape" presStyleLbl="node1" presStyleIdx="2" presStyleCnt="6"/>
      <dgm:spPr/>
      <dgm:t>
        <a:bodyPr/>
        <a:lstStyle/>
        <a:p>
          <a:endParaRPr lang="fr-FR"/>
        </a:p>
      </dgm:t>
    </dgm:pt>
    <dgm:pt modelId="{5B9A4B7A-47EE-4038-8349-EB6A010002FC}" type="pres">
      <dgm:prSet presAssocID="{0A1BDFD6-5D76-417A-9F35-84CF5A28FABE}" presName="nodeTx" presStyleLbl="node1" presStyleIdx="2" presStyleCnt="6">
        <dgm:presLayoutVars>
          <dgm:bulletEnabled val="1"/>
        </dgm:presLayoutVars>
      </dgm:prSet>
      <dgm:spPr/>
      <dgm:t>
        <a:bodyPr/>
        <a:lstStyle/>
        <a:p>
          <a:endParaRPr lang="fr-FR"/>
        </a:p>
      </dgm:t>
    </dgm:pt>
    <dgm:pt modelId="{32FAFBAB-3E93-438F-921A-BBF83DB85F73}" type="pres">
      <dgm:prSet presAssocID="{0A1BDFD6-5D76-417A-9F35-84CF5A28FABE}" presName="invisiNode" presStyleLbl="node1" presStyleIdx="2" presStyleCnt="6"/>
      <dgm:spPr/>
    </dgm:pt>
    <dgm:pt modelId="{4D4DC288-2E6A-43B4-9948-C4828B3804B8}" type="pres">
      <dgm:prSet presAssocID="{0A1BDFD6-5D76-417A-9F35-84CF5A28FABE}" presName="imagNode" presStyleLbl="fgImgPlace1" presStyleIdx="2" presStyleCnt="6" custScaleY="82791"/>
      <dgm:spPr/>
      <dgm:t>
        <a:bodyPr/>
        <a:lstStyle/>
        <a:p>
          <a:endParaRPr lang="fr-FR"/>
        </a:p>
      </dgm:t>
    </dgm:pt>
    <dgm:pt modelId="{41117623-80BB-4803-B49F-1CD6A6F901AD}" type="pres">
      <dgm:prSet presAssocID="{A4FB0CBE-ED7D-4295-BEB0-883608397777}" presName="sibTrans" presStyleLbl="sibTrans2D1" presStyleIdx="0" presStyleCnt="0"/>
      <dgm:spPr/>
      <dgm:t>
        <a:bodyPr/>
        <a:lstStyle/>
        <a:p>
          <a:endParaRPr lang="fr-FR"/>
        </a:p>
      </dgm:t>
    </dgm:pt>
    <dgm:pt modelId="{50D809EC-28AB-42D4-9A47-D4AAF480FE41}" type="pres">
      <dgm:prSet presAssocID="{5B97017D-E1DD-4AF9-A26E-C519BA569EE5}" presName="compNode" presStyleCnt="0"/>
      <dgm:spPr/>
    </dgm:pt>
    <dgm:pt modelId="{8EC9CB0F-3043-46BE-99B2-BADBD0ABDE50}" type="pres">
      <dgm:prSet presAssocID="{5B97017D-E1DD-4AF9-A26E-C519BA569EE5}" presName="bkgdShape" presStyleLbl="node1" presStyleIdx="3" presStyleCnt="6"/>
      <dgm:spPr/>
      <dgm:t>
        <a:bodyPr/>
        <a:lstStyle/>
        <a:p>
          <a:endParaRPr lang="fr-FR"/>
        </a:p>
      </dgm:t>
    </dgm:pt>
    <dgm:pt modelId="{50B9CCB0-F657-4CA4-AD6A-5C10E58C7D49}" type="pres">
      <dgm:prSet presAssocID="{5B97017D-E1DD-4AF9-A26E-C519BA569EE5}" presName="nodeTx" presStyleLbl="node1" presStyleIdx="3" presStyleCnt="6">
        <dgm:presLayoutVars>
          <dgm:bulletEnabled val="1"/>
        </dgm:presLayoutVars>
      </dgm:prSet>
      <dgm:spPr/>
      <dgm:t>
        <a:bodyPr/>
        <a:lstStyle/>
        <a:p>
          <a:endParaRPr lang="fr-FR"/>
        </a:p>
      </dgm:t>
    </dgm:pt>
    <dgm:pt modelId="{D6CE93FE-DA51-44A8-BF7E-A61A1C5F3251}" type="pres">
      <dgm:prSet presAssocID="{5B97017D-E1DD-4AF9-A26E-C519BA569EE5}" presName="invisiNode" presStyleLbl="node1" presStyleIdx="3" presStyleCnt="6"/>
      <dgm:spPr/>
    </dgm:pt>
    <dgm:pt modelId="{D4526EF1-6E56-467F-A6CA-6648D55002C7}" type="pres">
      <dgm:prSet presAssocID="{5B97017D-E1DD-4AF9-A26E-C519BA569EE5}" presName="imagNode" presStyleLbl="fgImgPlace1" presStyleIdx="3" presStyleCnt="6"/>
      <dgm:spPr>
        <a:prstGeom prst="ellipse">
          <a:avLst/>
        </a:prstGeom>
      </dgm:spPr>
      <dgm:t>
        <a:bodyPr/>
        <a:lstStyle/>
        <a:p>
          <a:endParaRPr lang="fr-FR"/>
        </a:p>
      </dgm:t>
    </dgm:pt>
    <dgm:pt modelId="{4A133B74-FFEE-4172-B747-8F9C07471FCD}" type="pres">
      <dgm:prSet presAssocID="{97052FE2-C307-42AA-B23C-1B6C675E3385}" presName="sibTrans" presStyleLbl="sibTrans2D1" presStyleIdx="0" presStyleCnt="0"/>
      <dgm:spPr/>
      <dgm:t>
        <a:bodyPr/>
        <a:lstStyle/>
        <a:p>
          <a:endParaRPr lang="fr-FR"/>
        </a:p>
      </dgm:t>
    </dgm:pt>
    <dgm:pt modelId="{966D98FB-FEDE-44F7-AC03-38C1184A60DA}" type="pres">
      <dgm:prSet presAssocID="{7C9C9E4F-764B-4736-A783-64C97E455201}" presName="compNode" presStyleCnt="0"/>
      <dgm:spPr/>
    </dgm:pt>
    <dgm:pt modelId="{469E5EE1-9634-4834-AFFD-9CD7EC94C226}" type="pres">
      <dgm:prSet presAssocID="{7C9C9E4F-764B-4736-A783-64C97E455201}" presName="bkgdShape" presStyleLbl="node1" presStyleIdx="4" presStyleCnt="6"/>
      <dgm:spPr/>
      <dgm:t>
        <a:bodyPr/>
        <a:lstStyle/>
        <a:p>
          <a:endParaRPr lang="fr-FR"/>
        </a:p>
      </dgm:t>
    </dgm:pt>
    <dgm:pt modelId="{8D221D53-D738-449D-B092-A5DD5DA6CBD8}" type="pres">
      <dgm:prSet presAssocID="{7C9C9E4F-764B-4736-A783-64C97E455201}" presName="nodeTx" presStyleLbl="node1" presStyleIdx="4" presStyleCnt="6">
        <dgm:presLayoutVars>
          <dgm:bulletEnabled val="1"/>
        </dgm:presLayoutVars>
      </dgm:prSet>
      <dgm:spPr/>
      <dgm:t>
        <a:bodyPr/>
        <a:lstStyle/>
        <a:p>
          <a:endParaRPr lang="fr-FR"/>
        </a:p>
      </dgm:t>
    </dgm:pt>
    <dgm:pt modelId="{CB6159B3-6D61-4ED8-8BD5-8DD401052AAB}" type="pres">
      <dgm:prSet presAssocID="{7C9C9E4F-764B-4736-A783-64C97E455201}" presName="invisiNode" presStyleLbl="node1" presStyleIdx="4" presStyleCnt="6"/>
      <dgm:spPr/>
    </dgm:pt>
    <dgm:pt modelId="{C94E44A5-568E-4D96-B97D-FB26FD7DE399}" type="pres">
      <dgm:prSet presAssocID="{7C9C9E4F-764B-4736-A783-64C97E455201}" presName="imagNode" presStyleLbl="fgImgPlace1" presStyleIdx="4" presStyleCnt="6"/>
      <dgm:spPr/>
    </dgm:pt>
    <dgm:pt modelId="{8F607C77-B4AC-4482-9CD9-30CE428364F4}" type="pres">
      <dgm:prSet presAssocID="{8596CF9B-4B55-4379-A6A3-5B72C225343A}" presName="sibTrans" presStyleLbl="sibTrans2D1" presStyleIdx="0" presStyleCnt="0"/>
      <dgm:spPr/>
      <dgm:t>
        <a:bodyPr/>
        <a:lstStyle/>
        <a:p>
          <a:endParaRPr lang="fr-FR"/>
        </a:p>
      </dgm:t>
    </dgm:pt>
    <dgm:pt modelId="{7C499101-46E4-496A-859F-BF138EE27EDD}" type="pres">
      <dgm:prSet presAssocID="{78590AA0-F395-46FC-8BBF-664C6AAE92FE}" presName="compNode" presStyleCnt="0"/>
      <dgm:spPr/>
    </dgm:pt>
    <dgm:pt modelId="{C560D73F-B009-4B28-8826-8DE5A5821CF1}" type="pres">
      <dgm:prSet presAssocID="{78590AA0-F395-46FC-8BBF-664C6AAE92FE}" presName="bkgdShape" presStyleLbl="node1" presStyleIdx="5" presStyleCnt="6"/>
      <dgm:spPr/>
      <dgm:t>
        <a:bodyPr/>
        <a:lstStyle/>
        <a:p>
          <a:endParaRPr lang="fr-FR"/>
        </a:p>
      </dgm:t>
    </dgm:pt>
    <dgm:pt modelId="{F1BF92D7-ECE1-4340-B434-636FB7825D82}" type="pres">
      <dgm:prSet presAssocID="{78590AA0-F395-46FC-8BBF-664C6AAE92FE}" presName="nodeTx" presStyleLbl="node1" presStyleIdx="5" presStyleCnt="6">
        <dgm:presLayoutVars>
          <dgm:bulletEnabled val="1"/>
        </dgm:presLayoutVars>
      </dgm:prSet>
      <dgm:spPr/>
      <dgm:t>
        <a:bodyPr/>
        <a:lstStyle/>
        <a:p>
          <a:endParaRPr lang="fr-FR"/>
        </a:p>
      </dgm:t>
    </dgm:pt>
    <dgm:pt modelId="{7D5D3A8A-0A67-43B6-8B27-9CCCB6F70F08}" type="pres">
      <dgm:prSet presAssocID="{78590AA0-F395-46FC-8BBF-664C6AAE92FE}" presName="invisiNode" presStyleLbl="node1" presStyleIdx="5" presStyleCnt="6"/>
      <dgm:spPr/>
    </dgm:pt>
    <dgm:pt modelId="{812D724E-F0DD-4D8A-9D0D-ED0EBED340E7}" type="pres">
      <dgm:prSet presAssocID="{78590AA0-F395-46FC-8BBF-664C6AAE92FE}" presName="imagNode" presStyleLbl="fgImgPlace1" presStyleIdx="5" presStyleCnt="6"/>
      <dgm:spPr/>
    </dgm:pt>
  </dgm:ptLst>
  <dgm:cxnLst>
    <dgm:cxn modelId="{E0800AB5-67F4-41D5-8237-9EF323E226DF}" srcId="{AAF2EEEC-BC8D-4A68-A8FA-388574BCAEC2}" destId="{78590AA0-F395-46FC-8BBF-664C6AAE92FE}" srcOrd="5" destOrd="0" parTransId="{BF90F3BF-5753-4325-93AD-D5041ED3885F}" sibTransId="{27D83CEF-57AA-4E94-98CD-C4861BCF82C6}"/>
    <dgm:cxn modelId="{24E3474F-B851-4A6F-87AD-7ADB69C1D8A7}" type="presOf" srcId="{201F4F7D-4A5C-4828-9AF3-C397B3FDE836}" destId="{06140BBE-809E-4D20-88DB-6C559635FC83}" srcOrd="0" destOrd="0" presId="urn:microsoft.com/office/officeart/2005/8/layout/hList7"/>
    <dgm:cxn modelId="{3599F5D4-EE1C-4809-8800-83975AA366F2}" type="presOf" srcId="{9FA1D0CF-B502-495F-9DD9-E4E7564D6633}" destId="{45F4DA02-DFD3-41E3-AF7A-D01CFBD6EC00}" srcOrd="0" destOrd="0" presId="urn:microsoft.com/office/officeart/2005/8/layout/hList7"/>
    <dgm:cxn modelId="{8D8ADDA6-3FE4-443E-AAD4-87AF5D0941A0}" type="presOf" srcId="{5B97017D-E1DD-4AF9-A26E-C519BA569EE5}" destId="{50B9CCB0-F657-4CA4-AD6A-5C10E58C7D49}" srcOrd="1" destOrd="0" presId="urn:microsoft.com/office/officeart/2005/8/layout/hList7"/>
    <dgm:cxn modelId="{DEC5E4F8-9EF5-4C71-94E6-562B7C5DC1C4}" srcId="{AAF2EEEC-BC8D-4A68-A8FA-388574BCAEC2}" destId="{9FA1D0CF-B502-495F-9DD9-E4E7564D6633}" srcOrd="1" destOrd="0" parTransId="{6EAFFC3E-CD6F-451C-9099-F322A9F9829C}" sibTransId="{201F4F7D-4A5C-4828-9AF3-C397B3FDE836}"/>
    <dgm:cxn modelId="{F29021B3-5E6E-41CF-A40C-7A4C1D1EB32E}" type="presOf" srcId="{7C9C9E4F-764B-4736-A783-64C97E455201}" destId="{469E5EE1-9634-4834-AFFD-9CD7EC94C226}" srcOrd="0" destOrd="0" presId="urn:microsoft.com/office/officeart/2005/8/layout/hList7"/>
    <dgm:cxn modelId="{AC7BD2AA-E5BB-46A1-817A-00B6060026F5}" srcId="{AAF2EEEC-BC8D-4A68-A8FA-388574BCAEC2}" destId="{7C9C9E4F-764B-4736-A783-64C97E455201}" srcOrd="4" destOrd="0" parTransId="{BD60491A-049A-4FF3-95D9-1D1FC7CABD79}" sibTransId="{8596CF9B-4B55-4379-A6A3-5B72C225343A}"/>
    <dgm:cxn modelId="{1553DE10-60DE-479D-804C-8B5003A9468B}" type="presOf" srcId="{78590AA0-F395-46FC-8BBF-664C6AAE92FE}" destId="{F1BF92D7-ECE1-4340-B434-636FB7825D82}" srcOrd="1" destOrd="0" presId="urn:microsoft.com/office/officeart/2005/8/layout/hList7"/>
    <dgm:cxn modelId="{B3B0859A-3722-4F61-923B-67DE6EC31D7C}" type="presOf" srcId="{97052FE2-C307-42AA-B23C-1B6C675E3385}" destId="{4A133B74-FFEE-4172-B747-8F9C07471FCD}" srcOrd="0" destOrd="0" presId="urn:microsoft.com/office/officeart/2005/8/layout/hList7"/>
    <dgm:cxn modelId="{6FEB8B2A-7331-4F42-8F6A-D32366DD6F91}" type="presOf" srcId="{9FA1D0CF-B502-495F-9DD9-E4E7564D6633}" destId="{A3BDABF6-B940-414C-81A7-33B4F558A6D1}" srcOrd="1" destOrd="0" presId="urn:microsoft.com/office/officeart/2005/8/layout/hList7"/>
    <dgm:cxn modelId="{F080F7A5-A539-43BF-82D4-3E7B4DA4D944}" type="presOf" srcId="{5B97017D-E1DD-4AF9-A26E-C519BA569EE5}" destId="{8EC9CB0F-3043-46BE-99B2-BADBD0ABDE50}" srcOrd="0" destOrd="0" presId="urn:microsoft.com/office/officeart/2005/8/layout/hList7"/>
    <dgm:cxn modelId="{E806B04B-0401-4F23-B793-6459CBFA3B1A}" srcId="{AAF2EEEC-BC8D-4A68-A8FA-388574BCAEC2}" destId="{F8D58C6D-34FA-4535-98E6-0C817AEA39F1}" srcOrd="0" destOrd="0" parTransId="{DE46B730-D41B-4D04-91BE-8C5D1D110E51}" sibTransId="{70634966-89E2-44D7-89E1-D611D8BD3585}"/>
    <dgm:cxn modelId="{9D08E4C4-EE91-43EF-8E88-9A8B6F6E9525}" type="presOf" srcId="{0A1BDFD6-5D76-417A-9F35-84CF5A28FABE}" destId="{B1976C02-F444-4CAE-8E16-8BCD1D58D29F}" srcOrd="0" destOrd="0" presId="urn:microsoft.com/office/officeart/2005/8/layout/hList7"/>
    <dgm:cxn modelId="{357DEC04-3D08-47AA-A2A3-3BB707202E8D}" type="presOf" srcId="{7C9C9E4F-764B-4736-A783-64C97E455201}" destId="{8D221D53-D738-449D-B092-A5DD5DA6CBD8}" srcOrd="1" destOrd="0" presId="urn:microsoft.com/office/officeart/2005/8/layout/hList7"/>
    <dgm:cxn modelId="{E9C319CB-BB95-48CF-A803-8FB8EC7CBFF1}" type="presOf" srcId="{A4FB0CBE-ED7D-4295-BEB0-883608397777}" destId="{41117623-80BB-4803-B49F-1CD6A6F901AD}" srcOrd="0" destOrd="0" presId="urn:microsoft.com/office/officeart/2005/8/layout/hList7"/>
    <dgm:cxn modelId="{F2449EA9-5324-4DE6-8B46-7940B8ABDDBA}" type="presOf" srcId="{F8D58C6D-34FA-4535-98E6-0C817AEA39F1}" destId="{784AE082-C531-4072-B13D-765D81377898}" srcOrd="0" destOrd="0" presId="urn:microsoft.com/office/officeart/2005/8/layout/hList7"/>
    <dgm:cxn modelId="{3DA21D21-D9EB-4110-80CC-565BB06DDC61}" type="presOf" srcId="{AAF2EEEC-BC8D-4A68-A8FA-388574BCAEC2}" destId="{EDB8262A-7B5B-4C7C-B793-A07F7C7727D2}" srcOrd="0" destOrd="0" presId="urn:microsoft.com/office/officeart/2005/8/layout/hList7"/>
    <dgm:cxn modelId="{1EE8F9BE-35FB-46C7-8F49-40FB08AA2A01}" type="presOf" srcId="{F8D58C6D-34FA-4535-98E6-0C817AEA39F1}" destId="{5F675BC5-18E1-4F3B-B6FA-8E231640E45C}" srcOrd="1" destOrd="0" presId="urn:microsoft.com/office/officeart/2005/8/layout/hList7"/>
    <dgm:cxn modelId="{D42670E3-57AF-4B1C-AC68-DD304F2563D4}" type="presOf" srcId="{70634966-89E2-44D7-89E1-D611D8BD3585}" destId="{D781A21C-3846-4305-BE00-041BD75F1D7A}" srcOrd="0" destOrd="0" presId="urn:microsoft.com/office/officeart/2005/8/layout/hList7"/>
    <dgm:cxn modelId="{96E5500B-9C5D-4CFD-AD48-8BC3C1AB0A2F}" type="presOf" srcId="{0A1BDFD6-5D76-417A-9F35-84CF5A28FABE}" destId="{5B9A4B7A-47EE-4038-8349-EB6A010002FC}" srcOrd="1" destOrd="0" presId="urn:microsoft.com/office/officeart/2005/8/layout/hList7"/>
    <dgm:cxn modelId="{EB97141F-A32D-45E0-A4CA-8C4D27DD3428}" type="presOf" srcId="{8596CF9B-4B55-4379-A6A3-5B72C225343A}" destId="{8F607C77-B4AC-4482-9CD9-30CE428364F4}" srcOrd="0" destOrd="0" presId="urn:microsoft.com/office/officeart/2005/8/layout/hList7"/>
    <dgm:cxn modelId="{04B21067-D5BA-4386-B5E9-8CAD1296AF34}" type="presOf" srcId="{78590AA0-F395-46FC-8BBF-664C6AAE92FE}" destId="{C560D73F-B009-4B28-8826-8DE5A5821CF1}" srcOrd="0" destOrd="0" presId="urn:microsoft.com/office/officeart/2005/8/layout/hList7"/>
    <dgm:cxn modelId="{30A2B294-49FF-479E-B3FF-3FF3076F7EB5}" srcId="{AAF2EEEC-BC8D-4A68-A8FA-388574BCAEC2}" destId="{0A1BDFD6-5D76-417A-9F35-84CF5A28FABE}" srcOrd="2" destOrd="0" parTransId="{14FF457F-763A-460A-B471-3BA2C0231FAC}" sibTransId="{A4FB0CBE-ED7D-4295-BEB0-883608397777}"/>
    <dgm:cxn modelId="{AB8D09CC-701F-4DC6-9974-1A861F996286}" srcId="{AAF2EEEC-BC8D-4A68-A8FA-388574BCAEC2}" destId="{5B97017D-E1DD-4AF9-A26E-C519BA569EE5}" srcOrd="3" destOrd="0" parTransId="{7A969C9C-8C38-42F9-A82F-E42D4C730200}" sibTransId="{97052FE2-C307-42AA-B23C-1B6C675E3385}"/>
    <dgm:cxn modelId="{0495A031-5E95-4D29-BAF1-C19D3A4D3CE4}" type="presParOf" srcId="{EDB8262A-7B5B-4C7C-B793-A07F7C7727D2}" destId="{D1B0B4B4-69E8-490A-B8E6-FD0822C21E9B}" srcOrd="0" destOrd="0" presId="urn:microsoft.com/office/officeart/2005/8/layout/hList7"/>
    <dgm:cxn modelId="{64F71CB6-D329-4E98-AD03-1279359644BB}" type="presParOf" srcId="{EDB8262A-7B5B-4C7C-B793-A07F7C7727D2}" destId="{5DDE0181-CC0D-4037-8D90-E54BF27BB419}" srcOrd="1" destOrd="0" presId="urn:microsoft.com/office/officeart/2005/8/layout/hList7"/>
    <dgm:cxn modelId="{29F46AD9-B147-41BC-9458-2E085063742F}" type="presParOf" srcId="{5DDE0181-CC0D-4037-8D90-E54BF27BB419}" destId="{98ACCA40-ADC0-4B59-A51C-8AD099CE96EE}" srcOrd="0" destOrd="0" presId="urn:microsoft.com/office/officeart/2005/8/layout/hList7"/>
    <dgm:cxn modelId="{CB05854A-2BA1-4742-8E8E-CA5CB226177C}" type="presParOf" srcId="{98ACCA40-ADC0-4B59-A51C-8AD099CE96EE}" destId="{784AE082-C531-4072-B13D-765D81377898}" srcOrd="0" destOrd="0" presId="urn:microsoft.com/office/officeart/2005/8/layout/hList7"/>
    <dgm:cxn modelId="{95EBBDDA-5DFC-4471-B126-851653BDA36D}" type="presParOf" srcId="{98ACCA40-ADC0-4B59-A51C-8AD099CE96EE}" destId="{5F675BC5-18E1-4F3B-B6FA-8E231640E45C}" srcOrd="1" destOrd="0" presId="urn:microsoft.com/office/officeart/2005/8/layout/hList7"/>
    <dgm:cxn modelId="{3F09C31E-E712-4679-BECA-DBC0BA493748}" type="presParOf" srcId="{98ACCA40-ADC0-4B59-A51C-8AD099CE96EE}" destId="{6C58EF14-FFB3-4DC9-87C0-A84E221EA4DF}" srcOrd="2" destOrd="0" presId="urn:microsoft.com/office/officeart/2005/8/layout/hList7"/>
    <dgm:cxn modelId="{5F9BD62E-95AB-483C-A55D-9F4543297550}" type="presParOf" srcId="{98ACCA40-ADC0-4B59-A51C-8AD099CE96EE}" destId="{1C208517-F4A5-4316-922B-01FEE8E87854}" srcOrd="3" destOrd="0" presId="urn:microsoft.com/office/officeart/2005/8/layout/hList7"/>
    <dgm:cxn modelId="{3361F695-68AD-4267-91BD-6C5EEDB32565}" type="presParOf" srcId="{5DDE0181-CC0D-4037-8D90-E54BF27BB419}" destId="{D781A21C-3846-4305-BE00-041BD75F1D7A}" srcOrd="1" destOrd="0" presId="urn:microsoft.com/office/officeart/2005/8/layout/hList7"/>
    <dgm:cxn modelId="{6C8912CA-098F-4C76-9812-511C881AEFFE}" type="presParOf" srcId="{5DDE0181-CC0D-4037-8D90-E54BF27BB419}" destId="{8CD7D282-AF0C-4E7C-A042-6D5158D4BE65}" srcOrd="2" destOrd="0" presId="urn:microsoft.com/office/officeart/2005/8/layout/hList7"/>
    <dgm:cxn modelId="{747E9E42-F246-4A37-9913-0A5ADC9E8338}" type="presParOf" srcId="{8CD7D282-AF0C-4E7C-A042-6D5158D4BE65}" destId="{45F4DA02-DFD3-41E3-AF7A-D01CFBD6EC00}" srcOrd="0" destOrd="0" presId="urn:microsoft.com/office/officeart/2005/8/layout/hList7"/>
    <dgm:cxn modelId="{89DF8F76-A204-4702-AA49-ECFE247C31D9}" type="presParOf" srcId="{8CD7D282-AF0C-4E7C-A042-6D5158D4BE65}" destId="{A3BDABF6-B940-414C-81A7-33B4F558A6D1}" srcOrd="1" destOrd="0" presId="urn:microsoft.com/office/officeart/2005/8/layout/hList7"/>
    <dgm:cxn modelId="{B38615E6-CBD1-492D-8AF7-EB070118B9F9}" type="presParOf" srcId="{8CD7D282-AF0C-4E7C-A042-6D5158D4BE65}" destId="{DEF7720F-638A-4B66-9B17-944253A4E60A}" srcOrd="2" destOrd="0" presId="urn:microsoft.com/office/officeart/2005/8/layout/hList7"/>
    <dgm:cxn modelId="{468BF98D-0964-46B1-90E5-371ACD62A623}" type="presParOf" srcId="{8CD7D282-AF0C-4E7C-A042-6D5158D4BE65}" destId="{2FC96856-0A69-498E-B7C5-0B39221071A7}" srcOrd="3" destOrd="0" presId="urn:microsoft.com/office/officeart/2005/8/layout/hList7"/>
    <dgm:cxn modelId="{ABF76C9E-AB50-43C5-B094-DD57CC6CCDAF}" type="presParOf" srcId="{5DDE0181-CC0D-4037-8D90-E54BF27BB419}" destId="{06140BBE-809E-4D20-88DB-6C559635FC83}" srcOrd="3" destOrd="0" presId="urn:microsoft.com/office/officeart/2005/8/layout/hList7"/>
    <dgm:cxn modelId="{C6E6F8B4-E3F0-428C-893C-D22A8D4D9351}" type="presParOf" srcId="{5DDE0181-CC0D-4037-8D90-E54BF27BB419}" destId="{669753D3-1B52-42B8-A2A6-B464CB769F7F}" srcOrd="4" destOrd="0" presId="urn:microsoft.com/office/officeart/2005/8/layout/hList7"/>
    <dgm:cxn modelId="{726C6547-9846-4C09-AD68-94BBBA5C54D0}" type="presParOf" srcId="{669753D3-1B52-42B8-A2A6-B464CB769F7F}" destId="{B1976C02-F444-4CAE-8E16-8BCD1D58D29F}" srcOrd="0" destOrd="0" presId="urn:microsoft.com/office/officeart/2005/8/layout/hList7"/>
    <dgm:cxn modelId="{1F7C8F48-7322-4E8B-95A2-BE97CEC5D013}" type="presParOf" srcId="{669753D3-1B52-42B8-A2A6-B464CB769F7F}" destId="{5B9A4B7A-47EE-4038-8349-EB6A010002FC}" srcOrd="1" destOrd="0" presId="urn:microsoft.com/office/officeart/2005/8/layout/hList7"/>
    <dgm:cxn modelId="{206E8D7A-30AD-457B-A707-F90234F005E5}" type="presParOf" srcId="{669753D3-1B52-42B8-A2A6-B464CB769F7F}" destId="{32FAFBAB-3E93-438F-921A-BBF83DB85F73}" srcOrd="2" destOrd="0" presId="urn:microsoft.com/office/officeart/2005/8/layout/hList7"/>
    <dgm:cxn modelId="{FD9DEA56-C71B-4AED-A83A-3CD8FFB15674}" type="presParOf" srcId="{669753D3-1B52-42B8-A2A6-B464CB769F7F}" destId="{4D4DC288-2E6A-43B4-9948-C4828B3804B8}" srcOrd="3" destOrd="0" presId="urn:microsoft.com/office/officeart/2005/8/layout/hList7"/>
    <dgm:cxn modelId="{71038A96-3802-4F10-B126-7E1A4E8547C3}" type="presParOf" srcId="{5DDE0181-CC0D-4037-8D90-E54BF27BB419}" destId="{41117623-80BB-4803-B49F-1CD6A6F901AD}" srcOrd="5" destOrd="0" presId="urn:microsoft.com/office/officeart/2005/8/layout/hList7"/>
    <dgm:cxn modelId="{548E27C7-B71C-4067-8F2B-FFDC71479BDA}" type="presParOf" srcId="{5DDE0181-CC0D-4037-8D90-E54BF27BB419}" destId="{50D809EC-28AB-42D4-9A47-D4AAF480FE41}" srcOrd="6" destOrd="0" presId="urn:microsoft.com/office/officeart/2005/8/layout/hList7"/>
    <dgm:cxn modelId="{20421FA9-842C-41C2-92F8-DD3C3C680F1F}" type="presParOf" srcId="{50D809EC-28AB-42D4-9A47-D4AAF480FE41}" destId="{8EC9CB0F-3043-46BE-99B2-BADBD0ABDE50}" srcOrd="0" destOrd="0" presId="urn:microsoft.com/office/officeart/2005/8/layout/hList7"/>
    <dgm:cxn modelId="{F2F0BF2C-FDA3-4E3C-BBD8-BFD473F6EEA7}" type="presParOf" srcId="{50D809EC-28AB-42D4-9A47-D4AAF480FE41}" destId="{50B9CCB0-F657-4CA4-AD6A-5C10E58C7D49}" srcOrd="1" destOrd="0" presId="urn:microsoft.com/office/officeart/2005/8/layout/hList7"/>
    <dgm:cxn modelId="{78428630-D4CE-4E5D-8A01-9B921714C8EC}" type="presParOf" srcId="{50D809EC-28AB-42D4-9A47-D4AAF480FE41}" destId="{D6CE93FE-DA51-44A8-BF7E-A61A1C5F3251}" srcOrd="2" destOrd="0" presId="urn:microsoft.com/office/officeart/2005/8/layout/hList7"/>
    <dgm:cxn modelId="{36D16A3D-6F59-4A29-8342-0E578390A9D8}" type="presParOf" srcId="{50D809EC-28AB-42D4-9A47-D4AAF480FE41}" destId="{D4526EF1-6E56-467F-A6CA-6648D55002C7}" srcOrd="3" destOrd="0" presId="urn:microsoft.com/office/officeart/2005/8/layout/hList7"/>
    <dgm:cxn modelId="{F4E5C565-6C12-4B4A-9718-794A4FFCD95A}" type="presParOf" srcId="{5DDE0181-CC0D-4037-8D90-E54BF27BB419}" destId="{4A133B74-FFEE-4172-B747-8F9C07471FCD}" srcOrd="7" destOrd="0" presId="urn:microsoft.com/office/officeart/2005/8/layout/hList7"/>
    <dgm:cxn modelId="{B01787FE-745D-43F7-A035-E4827C9EC174}" type="presParOf" srcId="{5DDE0181-CC0D-4037-8D90-E54BF27BB419}" destId="{966D98FB-FEDE-44F7-AC03-38C1184A60DA}" srcOrd="8" destOrd="0" presId="urn:microsoft.com/office/officeart/2005/8/layout/hList7"/>
    <dgm:cxn modelId="{75E376D1-603D-4F7A-B519-16B01D20EBA0}" type="presParOf" srcId="{966D98FB-FEDE-44F7-AC03-38C1184A60DA}" destId="{469E5EE1-9634-4834-AFFD-9CD7EC94C226}" srcOrd="0" destOrd="0" presId="urn:microsoft.com/office/officeart/2005/8/layout/hList7"/>
    <dgm:cxn modelId="{8E03546D-DC9E-4584-A5F0-9138D8146989}" type="presParOf" srcId="{966D98FB-FEDE-44F7-AC03-38C1184A60DA}" destId="{8D221D53-D738-449D-B092-A5DD5DA6CBD8}" srcOrd="1" destOrd="0" presId="urn:microsoft.com/office/officeart/2005/8/layout/hList7"/>
    <dgm:cxn modelId="{D9DE51AE-E57A-4D5B-B72E-9F3841C3528D}" type="presParOf" srcId="{966D98FB-FEDE-44F7-AC03-38C1184A60DA}" destId="{CB6159B3-6D61-4ED8-8BD5-8DD401052AAB}" srcOrd="2" destOrd="0" presId="urn:microsoft.com/office/officeart/2005/8/layout/hList7"/>
    <dgm:cxn modelId="{B0757ED2-02DF-4E12-B7DB-2FD070F4F7A2}" type="presParOf" srcId="{966D98FB-FEDE-44F7-AC03-38C1184A60DA}" destId="{C94E44A5-568E-4D96-B97D-FB26FD7DE399}" srcOrd="3" destOrd="0" presId="urn:microsoft.com/office/officeart/2005/8/layout/hList7"/>
    <dgm:cxn modelId="{22A32C72-5C48-4DD6-BF1E-536578BAE40C}" type="presParOf" srcId="{5DDE0181-CC0D-4037-8D90-E54BF27BB419}" destId="{8F607C77-B4AC-4482-9CD9-30CE428364F4}" srcOrd="9" destOrd="0" presId="urn:microsoft.com/office/officeart/2005/8/layout/hList7"/>
    <dgm:cxn modelId="{25F261B4-99D9-47DC-9308-B03170D909F5}" type="presParOf" srcId="{5DDE0181-CC0D-4037-8D90-E54BF27BB419}" destId="{7C499101-46E4-496A-859F-BF138EE27EDD}" srcOrd="10" destOrd="0" presId="urn:microsoft.com/office/officeart/2005/8/layout/hList7"/>
    <dgm:cxn modelId="{E4B3C2EE-3D82-42F0-A875-2F8C9C168D3E}" type="presParOf" srcId="{7C499101-46E4-496A-859F-BF138EE27EDD}" destId="{C560D73F-B009-4B28-8826-8DE5A5821CF1}" srcOrd="0" destOrd="0" presId="urn:microsoft.com/office/officeart/2005/8/layout/hList7"/>
    <dgm:cxn modelId="{0451B965-9AF9-4FBA-B520-3099D577AEED}" type="presParOf" srcId="{7C499101-46E4-496A-859F-BF138EE27EDD}" destId="{F1BF92D7-ECE1-4340-B434-636FB7825D82}" srcOrd="1" destOrd="0" presId="urn:microsoft.com/office/officeart/2005/8/layout/hList7"/>
    <dgm:cxn modelId="{16EE0EAE-D284-424C-8521-8860027E196D}" type="presParOf" srcId="{7C499101-46E4-496A-859F-BF138EE27EDD}" destId="{7D5D3A8A-0A67-43B6-8B27-9CCCB6F70F08}" srcOrd="2" destOrd="0" presId="urn:microsoft.com/office/officeart/2005/8/layout/hList7"/>
    <dgm:cxn modelId="{B65A4DCD-5719-4872-BB80-6D1C6ABAEB43}" type="presParOf" srcId="{7C499101-46E4-496A-859F-BF138EE27EDD}" destId="{812D724E-F0DD-4D8A-9D0D-ED0EBED340E7}" srcOrd="3" destOrd="0" presId="urn:microsoft.com/office/officeart/2005/8/layout/hList7"/>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2">
            <a:lumMod val="50000"/>
          </a:schemeClr>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Questions de recherche</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Objectifs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AF2EEEC-BC8D-4A68-A8FA-388574BCAEC2}"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D58C6D-34FA-4535-98E6-0C817AEA39F1}">
      <dgm:prSet phldrT="[Texte]" custT="1"/>
      <dgm:spPr/>
      <dgm:t>
        <a:bodyPr/>
        <a:lstStyle/>
        <a:p>
          <a:r>
            <a:rPr lang="fr-FR" sz="1400" dirty="0" smtClean="0"/>
            <a:t>L’objectif principal est de permette à toute structure souhaitant faire une migration d’une application web existant vers un environnement conteneurisé sans exiger de compétences techniques avancées.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DE46B730-D41B-4D04-91BE-8C5D1D110E51}" type="parTrans" cxnId="{E806B04B-0401-4F23-B793-6459CBFA3B1A}">
      <dgm:prSet/>
      <dgm:spPr/>
      <dgm:t>
        <a:bodyPr/>
        <a:lstStyle/>
        <a:p>
          <a:endParaRPr lang="fr-FR"/>
        </a:p>
      </dgm:t>
    </dgm:pt>
    <dgm:pt modelId="{70634966-89E2-44D7-89E1-D611D8BD3585}" type="sibTrans" cxnId="{E806B04B-0401-4F23-B793-6459CBFA3B1A}">
      <dgm:prSet/>
      <dgm:spPr/>
      <dgm:t>
        <a:bodyPr/>
        <a:lstStyle/>
        <a:p>
          <a:endParaRPr lang="fr-FR"/>
        </a:p>
      </dgm:t>
    </dgm:pt>
    <dgm:pt modelId="{9FA1D0CF-B502-495F-9DD9-E4E7564D6633}">
      <dgm:prSet custT="1"/>
      <dgm:spPr/>
      <dgm:t>
        <a:bodyPr/>
        <a:lstStyle/>
        <a:p>
          <a:r>
            <a:rPr lang="fr-FR" sz="1100" dirty="0" smtClean="0"/>
            <a:t>Les objectifs spécifiques sont les suivants:</a:t>
          </a:r>
          <a:endParaRPr lang="en-US" sz="1100" dirty="0" smtClean="0"/>
        </a:p>
        <a:p>
          <a:r>
            <a:rPr lang="fr-FR" sz="1100" dirty="0" smtClean="0"/>
            <a:t>Réduire le temps et la complexité de la containerisation d’une application web ; </a:t>
          </a:r>
          <a:endParaRPr lang="en-US" sz="1100" dirty="0" smtClean="0"/>
        </a:p>
        <a:p>
          <a:r>
            <a:rPr lang="fr-FR" sz="1100" dirty="0" smtClean="0"/>
            <a:t>Réduire le temps de déploiement et de redéploiement ;</a:t>
          </a:r>
          <a:endParaRPr lang="en-US" sz="1100" dirty="0" smtClean="0"/>
        </a:p>
        <a:p>
          <a:r>
            <a:rPr lang="fr-FR" sz="1100" dirty="0" smtClean="0"/>
            <a:t>Résoudre le problème de portabilité entre les environnements ;</a:t>
          </a:r>
          <a:endParaRPr lang="en-US" sz="1100" dirty="0" smtClean="0"/>
        </a:p>
        <a:p>
          <a:r>
            <a:rPr lang="fr-FR" sz="1100" dirty="0" smtClean="0"/>
            <a:t>Résoudre le problème de cohabitation des applications sur le même serveur ;</a:t>
          </a:r>
          <a:endParaRPr lang="fr-FR" sz="1100" dirty="0">
            <a:latin typeface="Century Gothic" panose="020B0502020202020204" pitchFamily="34" charset="0"/>
          </a:endParaRPr>
        </a:p>
      </dgm:t>
    </dgm:pt>
    <dgm:pt modelId="{6EAFFC3E-CD6F-451C-9099-F322A9F9829C}" type="parTrans" cxnId="{DEC5E4F8-9EF5-4C71-94E6-562B7C5DC1C4}">
      <dgm:prSet/>
      <dgm:spPr/>
      <dgm:t>
        <a:bodyPr/>
        <a:lstStyle/>
        <a:p>
          <a:endParaRPr lang="fr-FR"/>
        </a:p>
      </dgm:t>
    </dgm:pt>
    <dgm:pt modelId="{201F4F7D-4A5C-4828-9AF3-C397B3FDE836}" type="sibTrans" cxnId="{DEC5E4F8-9EF5-4C71-94E6-562B7C5DC1C4}">
      <dgm:prSet/>
      <dgm:spPr/>
      <dgm:t>
        <a:bodyPr/>
        <a:lstStyle/>
        <a:p>
          <a:endParaRPr lang="fr-FR"/>
        </a:p>
      </dgm:t>
    </dgm:pt>
    <dgm:pt modelId="{0A1BDFD6-5D76-417A-9F35-84CF5A28FABE}">
      <dgm:prSet custT="1"/>
      <dgm:spPr/>
      <dgm:t>
        <a:bodyPr/>
        <a:lstStyle/>
        <a:p>
          <a:r>
            <a:rPr lang="fr-FR" sz="1100" dirty="0" smtClean="0"/>
            <a:t>Optimiser les processus de migration en réduisant les erreurs humaines, en accélérant les délais et en libérant des ressources humaines pour des tâches à plus forte valeur ajoutée ;</a:t>
          </a:r>
          <a:endParaRPr lang="en-US" sz="1100" dirty="0" smtClean="0"/>
        </a:p>
        <a:p>
          <a:r>
            <a:rPr lang="fr-FR" sz="1100" dirty="0" smtClean="0"/>
            <a:t>Optimiser l’utilisation des ressources ;</a:t>
          </a:r>
          <a:endParaRPr lang="en-US" sz="1100" dirty="0" smtClean="0"/>
        </a:p>
        <a:p>
          <a:r>
            <a:rPr lang="fr-FR" sz="1100" dirty="0" smtClean="0"/>
            <a:t>Permettre une transition fluide vers des orchestrateurs comme </a:t>
          </a:r>
          <a:r>
            <a:rPr lang="fr-FR" sz="1100" dirty="0" err="1" smtClean="0"/>
            <a:t>Kubernetes</a:t>
          </a:r>
          <a:r>
            <a:rPr lang="fr-FR" sz="1100" dirty="0" smtClean="0"/>
            <a:t> pour pallier au problème de monté en charge. </a:t>
          </a:r>
          <a:endParaRPr lang="fr-FR" sz="1100" dirty="0">
            <a:latin typeface="Century Gothic" panose="020B0502020202020204" pitchFamily="34" charset="0"/>
          </a:endParaRPr>
        </a:p>
      </dgm:t>
    </dgm:pt>
    <dgm:pt modelId="{14FF457F-763A-460A-B471-3BA2C0231FAC}" type="parTrans" cxnId="{30A2B294-49FF-479E-B3FF-3FF3076F7EB5}">
      <dgm:prSet/>
      <dgm:spPr/>
      <dgm:t>
        <a:bodyPr/>
        <a:lstStyle/>
        <a:p>
          <a:endParaRPr lang="fr-FR"/>
        </a:p>
      </dgm:t>
    </dgm:pt>
    <dgm:pt modelId="{A4FB0CBE-ED7D-4295-BEB0-883608397777}" type="sibTrans" cxnId="{30A2B294-49FF-479E-B3FF-3FF3076F7EB5}">
      <dgm:prSet/>
      <dgm:spPr/>
      <dgm:t>
        <a:bodyPr/>
        <a:lstStyle/>
        <a:p>
          <a:endParaRPr lang="fr-FR"/>
        </a:p>
      </dgm:t>
    </dgm:pt>
    <dgm:pt modelId="{A5DAA012-DC82-4C20-BD5B-C1DDE4E5D974}" type="pres">
      <dgm:prSet presAssocID="{AAF2EEEC-BC8D-4A68-A8FA-388574BCAEC2}" presName="Name0" presStyleCnt="0">
        <dgm:presLayoutVars>
          <dgm:chMax val="7"/>
          <dgm:chPref val="7"/>
          <dgm:dir/>
        </dgm:presLayoutVars>
      </dgm:prSet>
      <dgm:spPr/>
      <dgm:t>
        <a:bodyPr/>
        <a:lstStyle/>
        <a:p>
          <a:endParaRPr lang="fr-FR"/>
        </a:p>
      </dgm:t>
    </dgm:pt>
    <dgm:pt modelId="{D24F8CA9-4F1C-407B-93D3-0BDA70B53563}" type="pres">
      <dgm:prSet presAssocID="{AAF2EEEC-BC8D-4A68-A8FA-388574BCAEC2}" presName="Name1" presStyleCnt="0"/>
      <dgm:spPr/>
    </dgm:pt>
    <dgm:pt modelId="{BBB375BA-B2A6-45F3-AFED-E8295E66C2D4}" type="pres">
      <dgm:prSet presAssocID="{AAF2EEEC-BC8D-4A68-A8FA-388574BCAEC2}" presName="cycle" presStyleCnt="0"/>
      <dgm:spPr/>
    </dgm:pt>
    <dgm:pt modelId="{CBE3B783-BD21-4A18-A3F6-4A0AA5597849}" type="pres">
      <dgm:prSet presAssocID="{AAF2EEEC-BC8D-4A68-A8FA-388574BCAEC2}" presName="srcNode" presStyleLbl="node1" presStyleIdx="0" presStyleCnt="3"/>
      <dgm:spPr/>
    </dgm:pt>
    <dgm:pt modelId="{EB9D096F-DA64-4B84-A179-698BB610F53D}" type="pres">
      <dgm:prSet presAssocID="{AAF2EEEC-BC8D-4A68-A8FA-388574BCAEC2}" presName="conn" presStyleLbl="parChTrans1D2" presStyleIdx="0" presStyleCnt="1"/>
      <dgm:spPr/>
      <dgm:t>
        <a:bodyPr/>
        <a:lstStyle/>
        <a:p>
          <a:endParaRPr lang="fr-FR"/>
        </a:p>
      </dgm:t>
    </dgm:pt>
    <dgm:pt modelId="{B0F7C623-AD6C-4800-AF73-E9D6B5ADE333}" type="pres">
      <dgm:prSet presAssocID="{AAF2EEEC-BC8D-4A68-A8FA-388574BCAEC2}" presName="extraNode" presStyleLbl="node1" presStyleIdx="0" presStyleCnt="3"/>
      <dgm:spPr/>
    </dgm:pt>
    <dgm:pt modelId="{25127AC6-784D-40BA-9AAD-75FA372B713B}" type="pres">
      <dgm:prSet presAssocID="{AAF2EEEC-BC8D-4A68-A8FA-388574BCAEC2}" presName="dstNode" presStyleLbl="node1" presStyleIdx="0" presStyleCnt="3"/>
      <dgm:spPr/>
    </dgm:pt>
    <dgm:pt modelId="{EEC16C64-ACE6-4134-B185-4443553EFA71}" type="pres">
      <dgm:prSet presAssocID="{F8D58C6D-34FA-4535-98E6-0C817AEA39F1}" presName="text_1" presStyleLbl="node1" presStyleIdx="0" presStyleCnt="3" custScaleY="165161" custLinFactNeighborY="-11080">
        <dgm:presLayoutVars>
          <dgm:bulletEnabled val="1"/>
        </dgm:presLayoutVars>
      </dgm:prSet>
      <dgm:spPr/>
      <dgm:t>
        <a:bodyPr/>
        <a:lstStyle/>
        <a:p>
          <a:endParaRPr lang="fr-FR"/>
        </a:p>
      </dgm:t>
    </dgm:pt>
    <dgm:pt modelId="{30ED96B7-E7D0-4FE6-922B-1326E24FB60D}" type="pres">
      <dgm:prSet presAssocID="{F8D58C6D-34FA-4535-98E6-0C817AEA39F1}" presName="accent_1" presStyleCnt="0"/>
      <dgm:spPr/>
    </dgm:pt>
    <dgm:pt modelId="{B5CDC7D1-69AA-40BC-84B5-4B81EE15BD4F}" type="pres">
      <dgm:prSet presAssocID="{F8D58C6D-34FA-4535-98E6-0C817AEA39F1}" presName="accentRepeatNode" presStyleLbl="solidFgAcc1" presStyleIdx="0" presStyleCnt="3"/>
      <dgm:spPr>
        <a:solidFill>
          <a:schemeClr val="accent2"/>
        </a:solidFill>
        <a:ln>
          <a:solidFill>
            <a:schemeClr val="bg1"/>
          </a:solidFill>
        </a:ln>
      </dgm:spPr>
      <dgm:t>
        <a:bodyPr/>
        <a:lstStyle/>
        <a:p>
          <a:endParaRPr lang="fr-FR"/>
        </a:p>
      </dgm:t>
    </dgm:pt>
    <dgm:pt modelId="{3178DEF4-6340-4FBD-95F7-65BCDB2AE1F3}" type="pres">
      <dgm:prSet presAssocID="{9FA1D0CF-B502-495F-9DD9-E4E7564D6633}" presName="text_2" presStyleLbl="node1" presStyleIdx="1" presStyleCnt="3" custScaleY="147512" custLinFactNeighborY="12465">
        <dgm:presLayoutVars>
          <dgm:bulletEnabled val="1"/>
        </dgm:presLayoutVars>
      </dgm:prSet>
      <dgm:spPr/>
      <dgm:t>
        <a:bodyPr/>
        <a:lstStyle/>
        <a:p>
          <a:endParaRPr lang="fr-FR"/>
        </a:p>
      </dgm:t>
    </dgm:pt>
    <dgm:pt modelId="{29899516-FCF3-4BF3-910C-B48ADF3E30B7}" type="pres">
      <dgm:prSet presAssocID="{9FA1D0CF-B502-495F-9DD9-E4E7564D6633}" presName="accent_2" presStyleCnt="0"/>
      <dgm:spPr/>
    </dgm:pt>
    <dgm:pt modelId="{3E4B33B9-75EF-4867-9D98-362146DB4B6F}" type="pres">
      <dgm:prSet presAssocID="{9FA1D0CF-B502-495F-9DD9-E4E7564D6633}" presName="accentRepeatNode" presStyleLbl="solidFgAcc1" presStyleIdx="1" presStyleCnt="3"/>
      <dgm:spPr>
        <a:solidFill>
          <a:srgbClr val="FF0000"/>
        </a:solidFill>
        <a:ln>
          <a:solidFill>
            <a:schemeClr val="bg1"/>
          </a:solidFill>
        </a:ln>
      </dgm:spPr>
      <dgm:t>
        <a:bodyPr/>
        <a:lstStyle/>
        <a:p>
          <a:endParaRPr lang="fr-FR"/>
        </a:p>
      </dgm:t>
    </dgm:pt>
    <dgm:pt modelId="{7357D7D4-E90A-48B7-AF57-504F87486D06}" type="pres">
      <dgm:prSet presAssocID="{0A1BDFD6-5D76-417A-9F35-84CF5A28FABE}" presName="text_3" presStyleLbl="node1" presStyleIdx="2" presStyleCnt="3" custScaleY="122409">
        <dgm:presLayoutVars>
          <dgm:bulletEnabled val="1"/>
        </dgm:presLayoutVars>
      </dgm:prSet>
      <dgm:spPr/>
      <dgm:t>
        <a:bodyPr/>
        <a:lstStyle/>
        <a:p>
          <a:endParaRPr lang="fr-FR"/>
        </a:p>
      </dgm:t>
    </dgm:pt>
    <dgm:pt modelId="{5EA7658D-4444-4232-AE71-32C2029F9973}" type="pres">
      <dgm:prSet presAssocID="{0A1BDFD6-5D76-417A-9F35-84CF5A28FABE}" presName="accent_3" presStyleCnt="0"/>
      <dgm:spPr/>
    </dgm:pt>
    <dgm:pt modelId="{8707A585-70F5-4A07-89D9-BE213FFFD9AC}" type="pres">
      <dgm:prSet presAssocID="{0A1BDFD6-5D76-417A-9F35-84CF5A28FABE}" presName="accentRepeatNode" presStyleLbl="solidFgAcc1" presStyleIdx="2" presStyleCnt="3"/>
      <dgm:spPr>
        <a:solidFill>
          <a:srgbClr val="FFFF00"/>
        </a:solidFill>
        <a:ln>
          <a:solidFill>
            <a:schemeClr val="bg1"/>
          </a:solidFill>
        </a:ln>
      </dgm:spPr>
      <dgm:t>
        <a:bodyPr/>
        <a:lstStyle/>
        <a:p>
          <a:endParaRPr lang="fr-FR"/>
        </a:p>
      </dgm:t>
    </dgm:pt>
  </dgm:ptLst>
  <dgm:cxnLst>
    <dgm:cxn modelId="{60C59355-10DB-461F-A7A7-DA054C543B17}" type="presOf" srcId="{0A1BDFD6-5D76-417A-9F35-84CF5A28FABE}" destId="{7357D7D4-E90A-48B7-AF57-504F87486D06}" srcOrd="0" destOrd="0" presId="urn:microsoft.com/office/officeart/2008/layout/VerticalCurvedList"/>
    <dgm:cxn modelId="{5D78DF9D-552C-4D0C-BF57-3EDACF439B6D}" type="presOf" srcId="{AAF2EEEC-BC8D-4A68-A8FA-388574BCAEC2}" destId="{A5DAA012-DC82-4C20-BD5B-C1DDE4E5D974}" srcOrd="0" destOrd="0" presId="urn:microsoft.com/office/officeart/2008/layout/VerticalCurvedList"/>
    <dgm:cxn modelId="{538761A5-D7F1-4FB8-B29E-DCDBD5CD9A50}" type="presOf" srcId="{70634966-89E2-44D7-89E1-D611D8BD3585}" destId="{EB9D096F-DA64-4B84-A179-698BB610F53D}" srcOrd="0" destOrd="0" presId="urn:microsoft.com/office/officeart/2008/layout/VerticalCurvedList"/>
    <dgm:cxn modelId="{86AD35DA-24EC-40F0-B8AF-87BE47E510A9}" type="presOf" srcId="{F8D58C6D-34FA-4535-98E6-0C817AEA39F1}" destId="{EEC16C64-ACE6-4134-B185-4443553EFA71}" srcOrd="0" destOrd="0" presId="urn:microsoft.com/office/officeart/2008/layout/VerticalCurvedList"/>
    <dgm:cxn modelId="{DEC5E4F8-9EF5-4C71-94E6-562B7C5DC1C4}" srcId="{AAF2EEEC-BC8D-4A68-A8FA-388574BCAEC2}" destId="{9FA1D0CF-B502-495F-9DD9-E4E7564D6633}" srcOrd="1" destOrd="0" parTransId="{6EAFFC3E-CD6F-451C-9099-F322A9F9829C}" sibTransId="{201F4F7D-4A5C-4828-9AF3-C397B3FDE836}"/>
    <dgm:cxn modelId="{31C8EFB4-9420-4A47-9E48-F14D098922AF}" type="presOf" srcId="{9FA1D0CF-B502-495F-9DD9-E4E7564D6633}" destId="{3178DEF4-6340-4FBD-95F7-65BCDB2AE1F3}" srcOrd="0" destOrd="0" presId="urn:microsoft.com/office/officeart/2008/layout/VerticalCurvedList"/>
    <dgm:cxn modelId="{E806B04B-0401-4F23-B793-6459CBFA3B1A}" srcId="{AAF2EEEC-BC8D-4A68-A8FA-388574BCAEC2}" destId="{F8D58C6D-34FA-4535-98E6-0C817AEA39F1}" srcOrd="0" destOrd="0" parTransId="{DE46B730-D41B-4D04-91BE-8C5D1D110E51}" sibTransId="{70634966-89E2-44D7-89E1-D611D8BD3585}"/>
    <dgm:cxn modelId="{30A2B294-49FF-479E-B3FF-3FF3076F7EB5}" srcId="{AAF2EEEC-BC8D-4A68-A8FA-388574BCAEC2}" destId="{0A1BDFD6-5D76-417A-9F35-84CF5A28FABE}" srcOrd="2" destOrd="0" parTransId="{14FF457F-763A-460A-B471-3BA2C0231FAC}" sibTransId="{A4FB0CBE-ED7D-4295-BEB0-883608397777}"/>
    <dgm:cxn modelId="{E1844C10-3CC5-4104-9AF6-67E80A73907F}" type="presParOf" srcId="{A5DAA012-DC82-4C20-BD5B-C1DDE4E5D974}" destId="{D24F8CA9-4F1C-407B-93D3-0BDA70B53563}" srcOrd="0" destOrd="0" presId="urn:microsoft.com/office/officeart/2008/layout/VerticalCurvedList"/>
    <dgm:cxn modelId="{4B73D5C5-056E-45E5-A834-1428DB4AB91D}" type="presParOf" srcId="{D24F8CA9-4F1C-407B-93D3-0BDA70B53563}" destId="{BBB375BA-B2A6-45F3-AFED-E8295E66C2D4}" srcOrd="0" destOrd="0" presId="urn:microsoft.com/office/officeart/2008/layout/VerticalCurvedList"/>
    <dgm:cxn modelId="{26023301-37BF-4D8B-8763-C42E89FF64F8}" type="presParOf" srcId="{BBB375BA-B2A6-45F3-AFED-E8295E66C2D4}" destId="{CBE3B783-BD21-4A18-A3F6-4A0AA5597849}" srcOrd="0" destOrd="0" presId="urn:microsoft.com/office/officeart/2008/layout/VerticalCurvedList"/>
    <dgm:cxn modelId="{77D568F2-E487-451B-81E4-E2B1B5652C77}" type="presParOf" srcId="{BBB375BA-B2A6-45F3-AFED-E8295E66C2D4}" destId="{EB9D096F-DA64-4B84-A179-698BB610F53D}" srcOrd="1" destOrd="0" presId="urn:microsoft.com/office/officeart/2008/layout/VerticalCurvedList"/>
    <dgm:cxn modelId="{672C6470-B42B-4352-998F-8B189E3C8DDB}" type="presParOf" srcId="{BBB375BA-B2A6-45F3-AFED-E8295E66C2D4}" destId="{B0F7C623-AD6C-4800-AF73-E9D6B5ADE333}" srcOrd="2" destOrd="0" presId="urn:microsoft.com/office/officeart/2008/layout/VerticalCurvedList"/>
    <dgm:cxn modelId="{0C973E66-5F74-46E7-8540-C701F552303C}" type="presParOf" srcId="{BBB375BA-B2A6-45F3-AFED-E8295E66C2D4}" destId="{25127AC6-784D-40BA-9AAD-75FA372B713B}" srcOrd="3" destOrd="0" presId="urn:microsoft.com/office/officeart/2008/layout/VerticalCurvedList"/>
    <dgm:cxn modelId="{F889E52A-E364-4CF5-A330-12CA3D3746F9}" type="presParOf" srcId="{D24F8CA9-4F1C-407B-93D3-0BDA70B53563}" destId="{EEC16C64-ACE6-4134-B185-4443553EFA71}" srcOrd="1" destOrd="0" presId="urn:microsoft.com/office/officeart/2008/layout/VerticalCurvedList"/>
    <dgm:cxn modelId="{38B2A2FA-73DA-4A5B-BE60-668F854B0FF1}" type="presParOf" srcId="{D24F8CA9-4F1C-407B-93D3-0BDA70B53563}" destId="{30ED96B7-E7D0-4FE6-922B-1326E24FB60D}" srcOrd="2" destOrd="0" presId="urn:microsoft.com/office/officeart/2008/layout/VerticalCurvedList"/>
    <dgm:cxn modelId="{B8758732-FF65-4095-9C63-A1DED9BA8B8B}" type="presParOf" srcId="{30ED96B7-E7D0-4FE6-922B-1326E24FB60D}" destId="{B5CDC7D1-69AA-40BC-84B5-4B81EE15BD4F}" srcOrd="0" destOrd="0" presId="urn:microsoft.com/office/officeart/2008/layout/VerticalCurvedList"/>
    <dgm:cxn modelId="{EBBF9ACD-ED89-4103-92FF-5100E6801FD3}" type="presParOf" srcId="{D24F8CA9-4F1C-407B-93D3-0BDA70B53563}" destId="{3178DEF4-6340-4FBD-95F7-65BCDB2AE1F3}" srcOrd="3" destOrd="0" presId="urn:microsoft.com/office/officeart/2008/layout/VerticalCurvedList"/>
    <dgm:cxn modelId="{B9BD55F4-B6DB-401E-90CC-B6D9BF95A3A6}" type="presParOf" srcId="{D24F8CA9-4F1C-407B-93D3-0BDA70B53563}" destId="{29899516-FCF3-4BF3-910C-B48ADF3E30B7}" srcOrd="4" destOrd="0" presId="urn:microsoft.com/office/officeart/2008/layout/VerticalCurvedList"/>
    <dgm:cxn modelId="{3F9B1E59-5E37-4C17-B489-B0392AC39CD3}" type="presParOf" srcId="{29899516-FCF3-4BF3-910C-B48ADF3E30B7}" destId="{3E4B33B9-75EF-4867-9D98-362146DB4B6F}" srcOrd="0" destOrd="0" presId="urn:microsoft.com/office/officeart/2008/layout/VerticalCurvedList"/>
    <dgm:cxn modelId="{1AB95372-1541-483B-B323-717360500605}" type="presParOf" srcId="{D24F8CA9-4F1C-407B-93D3-0BDA70B53563}" destId="{7357D7D4-E90A-48B7-AF57-504F87486D06}" srcOrd="5" destOrd="0" presId="urn:microsoft.com/office/officeart/2008/layout/VerticalCurvedList"/>
    <dgm:cxn modelId="{58442DDB-2732-4D95-81B6-A2327622D7EB}" type="presParOf" srcId="{D24F8CA9-4F1C-407B-93D3-0BDA70B53563}" destId="{5EA7658D-4444-4232-AE71-32C2029F9973}" srcOrd="6" destOrd="0" presId="urn:microsoft.com/office/officeart/2008/layout/VerticalCurvedList"/>
    <dgm:cxn modelId="{11B8853E-2355-4B7C-923F-A1F480A7C7E1}" type="presParOf" srcId="{5EA7658D-4444-4232-AE71-32C2029F9973}" destId="{8707A585-70F5-4A07-89D9-BE213FFFD9AC}"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1"/>
        </a:solidFill>
      </dgm:spPr>
      <dgm:t>
        <a:bodyPr/>
        <a:lstStyle/>
        <a:p>
          <a:pPr rtl="0"/>
          <a:r>
            <a:rPr lang="fr-FR" sz="1400" dirty="0" smtClean="0">
              <a:latin typeface="Century Gothic" panose="020B0502020202020204" pitchFamily="34" charset="0"/>
              <a:ea typeface="Tahoma" panose="020B0604030504040204" pitchFamily="34" charset="0"/>
              <a:cs typeface="Tahoma" panose="020B0604030504040204" pitchFamily="34" charset="0"/>
            </a:rPr>
            <a:t>Objectifs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1"/>
        </a:solidFill>
      </dgm:spPr>
      <dgm:t>
        <a:bodyPr/>
        <a:lstStyle/>
        <a:p>
          <a:pPr rtl="0"/>
          <a:r>
            <a:rPr lang="fr-CM" sz="1400" dirty="0" smtClean="0">
              <a:latin typeface="Century Gothic" panose="020B0502020202020204" pitchFamily="34" charset="0"/>
              <a:ea typeface="Tahoma" panose="020B0604030504040204" pitchFamily="34" charset="0"/>
              <a:cs typeface="Tahoma" panose="020B0604030504040204" pitchFamily="34" charset="0"/>
            </a:rPr>
            <a:t>Problèmes observés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0616D586-A490-4F11-B973-7DE588C196F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C4049C5-E0AA-44F1-9F0B-38287EA981EE}" type="parTrans" cxnId="{0B78BA26-C769-40FC-98ED-EEF7EAE10F13}">
      <dgm:prSet/>
      <dgm:spPr/>
      <dgm:t>
        <a:bodyPr/>
        <a:lstStyle/>
        <a:p>
          <a:endParaRPr lang="fr-FR"/>
        </a:p>
      </dgm:t>
    </dgm:pt>
    <dgm:pt modelId="{F8D18AD0-265A-4EFA-A812-FCD831006861}" type="sibTrans" cxnId="{0B78BA26-C769-40FC-98ED-EEF7EAE10F13}">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1"/>
        </a:solidFill>
      </dgm:spPr>
      <dgm:t>
        <a:bodyPr/>
        <a:lstStyle/>
        <a:p>
          <a:pPr rtl="0"/>
          <a:r>
            <a:rPr lang="fr-CM" sz="1400" dirty="0" smtClean="0">
              <a:latin typeface="Century Gothic" panose="020B0502020202020204" pitchFamily="34" charset="0"/>
              <a:ea typeface="Tahoma" panose="020B0604030504040204" pitchFamily="34" charset="0"/>
              <a:cs typeface="Tahoma" panose="020B0604030504040204" pitchFamily="34" charset="0"/>
            </a:rPr>
            <a:t>Problèmes observés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0616D586-A490-4F11-B973-7DE588C196F6}">
      <dgm:prSet/>
      <dgm:spPr>
        <a:solidFill>
          <a:srgbClr val="FF0000"/>
        </a:solidFill>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Approche </a:t>
          </a:r>
          <a:r>
            <a:rPr lang="fr-FR" dirty="0" err="1" smtClean="0">
              <a:latin typeface="Century Gothic" panose="020B0502020202020204" pitchFamily="34" charset="0"/>
              <a:ea typeface="Tahoma" panose="020B0604030504040204" pitchFamily="34" charset="0"/>
              <a:cs typeface="Tahoma" panose="020B0604030504040204" pitchFamily="34" charset="0"/>
            </a:rPr>
            <a:t>methodologique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8D18AD0-265A-4EFA-A812-FCD831006861}" type="sibTrans" cxnId="{0B78BA26-C769-40FC-98ED-EEF7EAE10F13}">
      <dgm:prSet/>
      <dgm:spPr/>
      <dgm:t>
        <a:bodyPr/>
        <a:lstStyle/>
        <a:p>
          <a:endParaRPr lang="fr-FR"/>
        </a:p>
      </dgm:t>
    </dgm:pt>
    <dgm:pt modelId="{FC4049C5-E0AA-44F1-9F0B-38287EA981EE}" type="parTrans" cxnId="{0B78BA26-C769-40FC-98ED-EEF7EAE10F13}">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A7357362-3DA2-43AC-B7D3-A76A88A28BA9}">
      <dgm:prSet custT="1"/>
      <dgm:spPr>
        <a:solidFill>
          <a:schemeClr val="accent1"/>
        </a:solidFill>
      </dgm:spPr>
      <dgm:t>
        <a:bodyPr/>
        <a:lstStyle/>
        <a:p>
          <a:pPr rtl="0"/>
          <a:r>
            <a:rPr lang="fr-CM" sz="14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1400" dirty="0">
            <a:latin typeface="Century Gothic" panose="020B0502020202020204" pitchFamily="34" charset="0"/>
            <a:ea typeface="Tahoma" panose="020B0604030504040204" pitchFamily="34" charset="0"/>
            <a:cs typeface="Tahoma" panose="020B0604030504040204" pitchFamily="34" charset="0"/>
          </a:endParaRPr>
        </a:p>
      </dgm:t>
    </dgm:pt>
    <dgm:pt modelId="{422AFED4-1F89-4A87-8D75-3A129E431885}" type="parTrans" cxnId="{32592F00-E477-4529-BD25-D1462E9B977C}">
      <dgm:prSet/>
      <dgm:spPr/>
      <dgm:t>
        <a:bodyPr/>
        <a:lstStyle/>
        <a:p>
          <a:endParaRPr lang="fr-FR" sz="1600">
            <a:latin typeface="Century Gothic" panose="020B0502020202020204" pitchFamily="34" charset="0"/>
          </a:endParaRPr>
        </a:p>
      </dgm:t>
    </dgm:pt>
    <dgm:pt modelId="{A8A34159-2A06-4E9A-BB8D-BF5B62CA2BAF}" type="sibTrans" cxnId="{32592F00-E477-4529-BD25-D1462E9B977C}">
      <dgm:prSet/>
      <dgm:spPr/>
      <dgm:t>
        <a:bodyPr/>
        <a:lstStyle/>
        <a:p>
          <a:endParaRPr lang="fr-FR" sz="1600">
            <a:latin typeface="Century Gothic" panose="020B0502020202020204" pitchFamily="34" charset="0"/>
          </a:endParaRPr>
        </a:p>
      </dgm:t>
    </dgm:pt>
    <dgm:pt modelId="{342A5A2A-094E-4B1A-A5EA-FA723401892C}">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266001D-A3E0-45AF-820F-D61BE080830E}" type="parTrans" cxnId="{5D7E995D-F91E-40A1-BF0C-6DE77F3AFBAE}">
      <dgm:prSet/>
      <dgm:spPr/>
      <dgm:t>
        <a:bodyPr/>
        <a:lstStyle/>
        <a:p>
          <a:endParaRPr lang="fr-FR"/>
        </a:p>
      </dgm:t>
    </dgm:pt>
    <dgm:pt modelId="{65125D6A-F9A2-4026-8AFD-B7BEFAC35DC1}" type="sibTrans" cxnId="{5D7E995D-F91E-40A1-BF0C-6DE77F3AFBAE}">
      <dgm:prSet/>
      <dgm:spPr/>
      <dgm:t>
        <a:bodyPr/>
        <a:lstStyle/>
        <a:p>
          <a:endParaRPr lang="fr-FR"/>
        </a:p>
      </dgm:t>
    </dgm:pt>
    <dgm:pt modelId="{19E0A570-726F-4D4B-BD26-857FD45D2486}">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7DF2FE7-3D5A-43EA-A369-22C3F77534D6}" type="parTrans" cxnId="{F7C19CDC-0E3E-4866-917D-0A0CCB42158D}">
      <dgm:prSet/>
      <dgm:spPr/>
      <dgm:t>
        <a:bodyPr/>
        <a:lstStyle/>
        <a:p>
          <a:endParaRPr lang="fr-FR"/>
        </a:p>
      </dgm:t>
    </dgm:pt>
    <dgm:pt modelId="{D987298B-845B-441C-B4A0-C3F7895AFE31}" type="sibTrans" cxnId="{F7C19CDC-0E3E-4866-917D-0A0CCB42158D}">
      <dgm:prSet/>
      <dgm:spPr/>
      <dgm:t>
        <a:bodyPr/>
        <a:lstStyle/>
        <a:p>
          <a:endParaRPr lang="fr-FR"/>
        </a:p>
      </dgm:t>
    </dgm:pt>
    <dgm:pt modelId="{0616D586-A490-4F11-B973-7DE588C196F6}">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F8D18AD0-265A-4EFA-A812-FCD831006861}" type="sibTrans" cxnId="{0B78BA26-C769-40FC-98ED-EEF7EAE10F13}">
      <dgm:prSet/>
      <dgm:spPr/>
      <dgm:t>
        <a:bodyPr/>
        <a:lstStyle/>
        <a:p>
          <a:endParaRPr lang="fr-FR"/>
        </a:p>
      </dgm:t>
    </dgm:pt>
    <dgm:pt modelId="{FC4049C5-E0AA-44F1-9F0B-38287EA981EE}" type="parTrans" cxnId="{0B78BA26-C769-40FC-98ED-EEF7EAE10F13}">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12831F-333A-4FCF-B05C-FA093D86024D}" type="pres">
      <dgm:prSet presAssocID="{A7357362-3DA2-43AC-B7D3-A76A88A28BA9}" presName="textNode" presStyleLbl="node1" presStyleIdx="0" presStyleCnt="4">
        <dgm:presLayoutVars>
          <dgm:bulletEnabled val="1"/>
        </dgm:presLayoutVars>
      </dgm:prSet>
      <dgm:spPr/>
      <dgm:t>
        <a:bodyPr/>
        <a:lstStyle/>
        <a:p>
          <a:endParaRPr lang="fr-FR"/>
        </a:p>
      </dgm:t>
    </dgm:pt>
    <dgm:pt modelId="{E671B56A-090D-4104-9DBF-AD76FCAA5249}" type="pres">
      <dgm:prSet presAssocID="{A8A34159-2A06-4E9A-BB8D-BF5B62CA2BAF}" presName="sibTrans" presStyleCnt="0"/>
      <dgm:spPr/>
    </dgm:pt>
    <dgm:pt modelId="{ED44B01C-63A9-44B9-BA7A-DE76B70BE5A4}" type="pres">
      <dgm:prSet presAssocID="{342A5A2A-094E-4B1A-A5EA-FA723401892C}" presName="textNode" presStyleLbl="node1" presStyleIdx="1" presStyleCnt="4">
        <dgm:presLayoutVars>
          <dgm:bulletEnabled val="1"/>
        </dgm:presLayoutVars>
      </dgm:prSet>
      <dgm:spPr/>
      <dgm:t>
        <a:bodyPr/>
        <a:lstStyle/>
        <a:p>
          <a:endParaRPr lang="fr-FR"/>
        </a:p>
      </dgm:t>
    </dgm:pt>
    <dgm:pt modelId="{9966AF4A-6E37-4D99-874F-226E2C85D1B1}" type="pres">
      <dgm:prSet presAssocID="{65125D6A-F9A2-4026-8AFD-B7BEFAC35DC1}" presName="sibTrans" presStyleCnt="0"/>
      <dgm:spPr/>
    </dgm:pt>
    <dgm:pt modelId="{528D78F8-ADD5-4974-AB5A-621368C1BFAD}" type="pres">
      <dgm:prSet presAssocID="{0616D586-A490-4F11-B973-7DE588C196F6}" presName="textNode" presStyleLbl="node1" presStyleIdx="2" presStyleCnt="4">
        <dgm:presLayoutVars>
          <dgm:bulletEnabled val="1"/>
        </dgm:presLayoutVars>
      </dgm:prSet>
      <dgm:spPr/>
      <dgm:t>
        <a:bodyPr/>
        <a:lstStyle/>
        <a:p>
          <a:endParaRPr lang="fr-FR"/>
        </a:p>
      </dgm:t>
    </dgm:pt>
    <dgm:pt modelId="{812F2997-5B95-4CDF-B168-BADCF00B47A1}" type="pres">
      <dgm:prSet presAssocID="{F8D18AD0-265A-4EFA-A812-FCD831006861}" presName="sibTrans" presStyleCnt="0"/>
      <dgm:spPr/>
    </dgm:pt>
    <dgm:pt modelId="{4BA9EBD1-9D81-44EF-9CD6-6FFA3300A5D2}" type="pres">
      <dgm:prSet presAssocID="{19E0A570-726F-4D4B-BD26-857FD45D2486}" presName="textNode" presStyleLbl="node1" presStyleIdx="3" presStyleCnt="4">
        <dgm:presLayoutVars>
          <dgm:bulletEnabled val="1"/>
        </dgm:presLayoutVars>
      </dgm:prSet>
      <dgm:spPr/>
      <dgm:t>
        <a:bodyPr/>
        <a:lstStyle/>
        <a:p>
          <a:endParaRPr lang="fr-FR"/>
        </a:p>
      </dgm:t>
    </dgm:pt>
  </dgm:ptLst>
  <dgm:cxnLst>
    <dgm:cxn modelId="{29BE03B6-C688-44A9-8436-123EF35767C2}" type="presOf" srcId="{A7357362-3DA2-43AC-B7D3-A76A88A28BA9}" destId="{4A12831F-333A-4FCF-B05C-FA093D86024D}" srcOrd="0" destOrd="0" presId="urn:microsoft.com/office/officeart/2005/8/layout/hProcess9"/>
    <dgm:cxn modelId="{BF0E0DDD-36F5-44E4-8ED5-7764890927DD}" type="presOf" srcId="{342A5A2A-094E-4B1A-A5EA-FA723401892C}" destId="{ED44B01C-63A9-44B9-BA7A-DE76B70BE5A4}" srcOrd="0" destOrd="0" presId="urn:microsoft.com/office/officeart/2005/8/layout/hProcess9"/>
    <dgm:cxn modelId="{CCD8FB50-EA9A-488F-9F93-FEE061FA6C6B}" type="presOf" srcId="{19E0A570-726F-4D4B-BD26-857FD45D2486}" destId="{4BA9EBD1-9D81-44EF-9CD6-6FFA3300A5D2}" srcOrd="0" destOrd="0" presId="urn:microsoft.com/office/officeart/2005/8/layout/hProcess9"/>
    <dgm:cxn modelId="{0B78BA26-C769-40FC-98ED-EEF7EAE10F13}" srcId="{82DFE9FE-1687-4528-A3F2-F4F4447223BC}" destId="{0616D586-A490-4F11-B973-7DE588C196F6}" srcOrd="2" destOrd="0" parTransId="{FC4049C5-E0AA-44F1-9F0B-38287EA981EE}" sibTransId="{F8D18AD0-265A-4EFA-A812-FCD831006861}"/>
    <dgm:cxn modelId="{5D7E995D-F91E-40A1-BF0C-6DE77F3AFBAE}" srcId="{82DFE9FE-1687-4528-A3F2-F4F4447223BC}" destId="{342A5A2A-094E-4B1A-A5EA-FA723401892C}" srcOrd="1" destOrd="0" parTransId="{5266001D-A3E0-45AF-820F-D61BE080830E}" sibTransId="{65125D6A-F9A2-4026-8AFD-B7BEFAC35DC1}"/>
    <dgm:cxn modelId="{A27B87C8-AC21-427B-A87E-DD5CE63A4E91}" type="presOf" srcId="{82DFE9FE-1687-4528-A3F2-F4F4447223BC}" destId="{D9FA8967-E7F3-408B-BF2B-70ABFA382E15}" srcOrd="0" destOrd="0" presId="urn:microsoft.com/office/officeart/2005/8/layout/hProcess9"/>
    <dgm:cxn modelId="{9E650986-589B-4F01-B7A7-681184E75A00}" type="presOf" srcId="{0616D586-A490-4F11-B973-7DE588C196F6}" destId="{528D78F8-ADD5-4974-AB5A-621368C1BFAD}" srcOrd="0" destOrd="0" presId="urn:microsoft.com/office/officeart/2005/8/layout/hProcess9"/>
    <dgm:cxn modelId="{32592F00-E477-4529-BD25-D1462E9B977C}" srcId="{82DFE9FE-1687-4528-A3F2-F4F4447223BC}" destId="{A7357362-3DA2-43AC-B7D3-A76A88A28BA9}" srcOrd="0" destOrd="0" parTransId="{422AFED4-1F89-4A87-8D75-3A129E431885}" sibTransId="{A8A34159-2A06-4E9A-BB8D-BF5B62CA2BAF}"/>
    <dgm:cxn modelId="{F7C19CDC-0E3E-4866-917D-0A0CCB42158D}" srcId="{82DFE9FE-1687-4528-A3F2-F4F4447223BC}" destId="{19E0A570-726F-4D4B-BD26-857FD45D2486}" srcOrd="3" destOrd="0" parTransId="{07DF2FE7-3D5A-43EA-A369-22C3F77534D6}" sibTransId="{D987298B-845B-441C-B4A0-C3F7895AFE31}"/>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DC9736DE-5681-42A5-AC97-609BCB1CB55C}" type="presParOf" srcId="{545BDE8F-985A-4B6C-B5FD-A65F9E8FC166}" destId="{4A12831F-333A-4FCF-B05C-FA093D86024D}" srcOrd="0" destOrd="0" presId="urn:microsoft.com/office/officeart/2005/8/layout/hProcess9"/>
    <dgm:cxn modelId="{2E01DBD1-270A-42B2-ABE2-8125BAE7BEDD}" type="presParOf" srcId="{545BDE8F-985A-4B6C-B5FD-A65F9E8FC166}" destId="{E671B56A-090D-4104-9DBF-AD76FCAA5249}" srcOrd="1" destOrd="0" presId="urn:microsoft.com/office/officeart/2005/8/layout/hProcess9"/>
    <dgm:cxn modelId="{B08FBE57-187A-42F3-8B52-EBB5D8EFAB6C}" type="presParOf" srcId="{545BDE8F-985A-4B6C-B5FD-A65F9E8FC166}" destId="{ED44B01C-63A9-44B9-BA7A-DE76B70BE5A4}" srcOrd="2" destOrd="0" presId="urn:microsoft.com/office/officeart/2005/8/layout/hProcess9"/>
    <dgm:cxn modelId="{A7F13FCF-AB97-4368-87D5-44188373CAA3}" type="presParOf" srcId="{545BDE8F-985A-4B6C-B5FD-A65F9E8FC166}" destId="{9966AF4A-6E37-4D99-874F-226E2C85D1B1}" srcOrd="3" destOrd="0" presId="urn:microsoft.com/office/officeart/2005/8/layout/hProcess9"/>
    <dgm:cxn modelId="{C87016FD-58A6-4DC1-B655-1E05079674B0}" type="presParOf" srcId="{545BDE8F-985A-4B6C-B5FD-A65F9E8FC166}" destId="{528D78F8-ADD5-4974-AB5A-621368C1BFAD}" srcOrd="4" destOrd="0" presId="urn:microsoft.com/office/officeart/2005/8/layout/hProcess9"/>
    <dgm:cxn modelId="{1BD60A53-784E-4D29-84FF-B6E1A90F1151}" type="presParOf" srcId="{545BDE8F-985A-4B6C-B5FD-A65F9E8FC166}" destId="{812F2997-5B95-4CDF-B168-BADCF00B47A1}" srcOrd="5" destOrd="0" presId="urn:microsoft.com/office/officeart/2005/8/layout/hProcess9"/>
    <dgm:cxn modelId="{78761560-7525-4262-AE71-BA45CD5C295D}" type="presParOf" srcId="{545BDE8F-985A-4B6C-B5FD-A65F9E8FC166}" destId="{4BA9EBD1-9D81-44EF-9CD6-6FFA3300A5D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454D4FFF-BB2E-44B2-90D6-7EB6372F8CE1}">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A245D709-19D6-4B68-A885-60CDF244931F}" type="parTrans" cxnId="{209D407C-CDA2-49FF-9665-0E65ADC61366}">
      <dgm:prSet/>
      <dgm:spPr/>
      <dgm:t>
        <a:bodyPr/>
        <a:lstStyle/>
        <a:p>
          <a:endParaRPr lang="fr-FR"/>
        </a:p>
      </dgm:t>
    </dgm:pt>
    <dgm:pt modelId="{C71591DF-9B37-4E5A-88B4-BB9D27E842E1}" type="sibTrans" cxnId="{209D407C-CDA2-49FF-9665-0E65ADC61366}">
      <dgm:prSet/>
      <dgm:spPr/>
      <dgm:t>
        <a:bodyPr/>
        <a:lstStyle/>
        <a:p>
          <a:endParaRPr lang="fr-FR"/>
        </a:p>
      </dgm:t>
    </dgm:pt>
    <dgm:pt modelId="{E480B8BC-CEAC-4275-BB9C-DF84147738E7}">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1259B184-B504-499C-8A0D-650635CD10A3}" type="parTrans" cxnId="{A65104EB-3030-40A6-A62E-E13B14470619}">
      <dgm:prSet/>
      <dgm:spPr/>
      <dgm:t>
        <a:bodyPr/>
        <a:lstStyle/>
        <a:p>
          <a:endParaRPr lang="fr-FR"/>
        </a:p>
      </dgm:t>
    </dgm:pt>
    <dgm:pt modelId="{D1DC1EDB-C356-4D98-9922-CF31B3F63BD5}" type="sibTrans" cxnId="{A65104EB-3030-40A6-A62E-E13B14470619}">
      <dgm:prSet/>
      <dgm:spPr/>
      <dgm:t>
        <a:bodyPr/>
        <a:lstStyle/>
        <a:p>
          <a:endParaRPr lang="fr-FR"/>
        </a:p>
      </dgm:t>
    </dgm:pt>
    <dgm:pt modelId="{6D8DCA49-8AEC-4018-9248-50CC482CEEA9}">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C3D88A48-D4C0-4ABC-A701-AC64DEEA8D35}" type="parTrans" cxnId="{C7ED0363-6555-4AAE-A81D-CD30A96ECECA}">
      <dgm:prSet/>
      <dgm:spPr/>
      <dgm:t>
        <a:bodyPr/>
        <a:lstStyle/>
        <a:p>
          <a:endParaRPr lang="fr-FR"/>
        </a:p>
      </dgm:t>
    </dgm:pt>
    <dgm:pt modelId="{5C4400B2-2480-4621-8A22-D01CCF4FE754}" type="sibTrans" cxnId="{C7ED0363-6555-4AAE-A81D-CD30A96ECECA}">
      <dgm:prSet/>
      <dgm:spPr/>
      <dgm:t>
        <a:bodyPr/>
        <a:lstStyle/>
        <a:p>
          <a:endParaRPr lang="fr-FR"/>
        </a:p>
      </dgm:t>
    </dgm:pt>
    <dgm:pt modelId="{640ACCD9-93B3-4529-A643-83C07E52F2E7}">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42799E75-F5D6-4725-B60F-444A2B83A3B8}" type="parTrans" cxnId="{8377F9F0-88E5-4FB3-93DA-1BBEDDBF5880}">
      <dgm:prSet/>
      <dgm:spPr/>
      <dgm:t>
        <a:bodyPr/>
        <a:lstStyle/>
        <a:p>
          <a:endParaRPr lang="fr-FR"/>
        </a:p>
      </dgm:t>
    </dgm:pt>
    <dgm:pt modelId="{8A420F2C-48A0-40C0-A0E5-68DA57F986CA}" type="sibTrans" cxnId="{8377F9F0-88E5-4FB3-93DA-1BBEDDBF5880}">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E13A1D4-5EC4-45E5-AB18-4FC74C9EA35A}" type="pres">
      <dgm:prSet presAssocID="{454D4FFF-BB2E-44B2-90D6-7EB6372F8CE1}" presName="textNode" presStyleLbl="node1" presStyleIdx="0" presStyleCnt="4">
        <dgm:presLayoutVars>
          <dgm:bulletEnabled val="1"/>
        </dgm:presLayoutVars>
      </dgm:prSet>
      <dgm:spPr/>
      <dgm:t>
        <a:bodyPr/>
        <a:lstStyle/>
        <a:p>
          <a:endParaRPr lang="fr-FR"/>
        </a:p>
      </dgm:t>
    </dgm:pt>
    <dgm:pt modelId="{03E0B86B-2754-4451-8D85-A88C57750CB2}" type="pres">
      <dgm:prSet presAssocID="{C71591DF-9B37-4E5A-88B4-BB9D27E842E1}" presName="sibTrans" presStyleCnt="0"/>
      <dgm:spPr/>
    </dgm:pt>
    <dgm:pt modelId="{5F394919-D831-42AB-963C-0CE06D87EC96}" type="pres">
      <dgm:prSet presAssocID="{E480B8BC-CEAC-4275-BB9C-DF84147738E7}" presName="textNode" presStyleLbl="node1" presStyleIdx="1" presStyleCnt="4">
        <dgm:presLayoutVars>
          <dgm:bulletEnabled val="1"/>
        </dgm:presLayoutVars>
      </dgm:prSet>
      <dgm:spPr/>
      <dgm:t>
        <a:bodyPr/>
        <a:lstStyle/>
        <a:p>
          <a:endParaRPr lang="fr-FR"/>
        </a:p>
      </dgm:t>
    </dgm:pt>
    <dgm:pt modelId="{6CEEE07D-25F2-4512-AE30-B352B53C720A}" type="pres">
      <dgm:prSet presAssocID="{D1DC1EDB-C356-4D98-9922-CF31B3F63BD5}" presName="sibTrans" presStyleCnt="0"/>
      <dgm:spPr/>
    </dgm:pt>
    <dgm:pt modelId="{4FC4F54B-9C40-470C-8E3C-D032989E9BAE}" type="pres">
      <dgm:prSet presAssocID="{6D8DCA49-8AEC-4018-9248-50CC482CEEA9}" presName="textNode" presStyleLbl="node1" presStyleIdx="2" presStyleCnt="4">
        <dgm:presLayoutVars>
          <dgm:bulletEnabled val="1"/>
        </dgm:presLayoutVars>
      </dgm:prSet>
      <dgm:spPr/>
      <dgm:t>
        <a:bodyPr/>
        <a:lstStyle/>
        <a:p>
          <a:endParaRPr lang="fr-FR"/>
        </a:p>
      </dgm:t>
    </dgm:pt>
    <dgm:pt modelId="{D44571F7-8911-41D2-AA47-A25B59981800}" type="pres">
      <dgm:prSet presAssocID="{5C4400B2-2480-4621-8A22-D01CCF4FE754}" presName="sibTrans" presStyleCnt="0"/>
      <dgm:spPr/>
    </dgm:pt>
    <dgm:pt modelId="{6F472B61-C1BF-42A1-A9B7-51EFB594C58F}" type="pres">
      <dgm:prSet presAssocID="{640ACCD9-93B3-4529-A643-83C07E52F2E7}" presName="textNode" presStyleLbl="node1" presStyleIdx="3" presStyleCnt="4">
        <dgm:presLayoutVars>
          <dgm:bulletEnabled val="1"/>
        </dgm:presLayoutVars>
      </dgm:prSet>
      <dgm:spPr/>
      <dgm:t>
        <a:bodyPr/>
        <a:lstStyle/>
        <a:p>
          <a:endParaRPr lang="fr-FR"/>
        </a:p>
      </dgm:t>
    </dgm:pt>
  </dgm:ptLst>
  <dgm:cxnLst>
    <dgm:cxn modelId="{43AF5F7E-4068-415D-80D9-5476C9BF667C}" type="presOf" srcId="{640ACCD9-93B3-4529-A643-83C07E52F2E7}" destId="{6F472B61-C1BF-42A1-A9B7-51EFB594C58F}" srcOrd="0" destOrd="0" presId="urn:microsoft.com/office/officeart/2005/8/layout/hProcess9"/>
    <dgm:cxn modelId="{2DA3B416-AF72-455F-B810-3FB8E3105426}" type="presOf" srcId="{E480B8BC-CEAC-4275-BB9C-DF84147738E7}" destId="{5F394919-D831-42AB-963C-0CE06D87EC96}" srcOrd="0" destOrd="0" presId="urn:microsoft.com/office/officeart/2005/8/layout/hProcess9"/>
    <dgm:cxn modelId="{8377F9F0-88E5-4FB3-93DA-1BBEDDBF5880}" srcId="{82DFE9FE-1687-4528-A3F2-F4F4447223BC}" destId="{640ACCD9-93B3-4529-A643-83C07E52F2E7}" srcOrd="3" destOrd="0" parTransId="{42799E75-F5D6-4725-B60F-444A2B83A3B8}" sibTransId="{8A420F2C-48A0-40C0-A0E5-68DA57F986CA}"/>
    <dgm:cxn modelId="{A27B87C8-AC21-427B-A87E-DD5CE63A4E91}" type="presOf" srcId="{82DFE9FE-1687-4528-A3F2-F4F4447223BC}" destId="{D9FA8967-E7F3-408B-BF2B-70ABFA382E15}" srcOrd="0" destOrd="0" presId="urn:microsoft.com/office/officeart/2005/8/layout/hProcess9"/>
    <dgm:cxn modelId="{C7ED0363-6555-4AAE-A81D-CD30A96ECECA}" srcId="{82DFE9FE-1687-4528-A3F2-F4F4447223BC}" destId="{6D8DCA49-8AEC-4018-9248-50CC482CEEA9}" srcOrd="2" destOrd="0" parTransId="{C3D88A48-D4C0-4ABC-A701-AC64DEEA8D35}" sibTransId="{5C4400B2-2480-4621-8A22-D01CCF4FE754}"/>
    <dgm:cxn modelId="{209D407C-CDA2-49FF-9665-0E65ADC61366}" srcId="{82DFE9FE-1687-4528-A3F2-F4F4447223BC}" destId="{454D4FFF-BB2E-44B2-90D6-7EB6372F8CE1}" srcOrd="0" destOrd="0" parTransId="{A245D709-19D6-4B68-A885-60CDF244931F}" sibTransId="{C71591DF-9B37-4E5A-88B4-BB9D27E842E1}"/>
    <dgm:cxn modelId="{A65104EB-3030-40A6-A62E-E13B14470619}" srcId="{82DFE9FE-1687-4528-A3F2-F4F4447223BC}" destId="{E480B8BC-CEAC-4275-BB9C-DF84147738E7}" srcOrd="1" destOrd="0" parTransId="{1259B184-B504-499C-8A0D-650635CD10A3}" sibTransId="{D1DC1EDB-C356-4D98-9922-CF31B3F63BD5}"/>
    <dgm:cxn modelId="{AFCF8BFA-05B9-4746-8D39-57533440BE7F}" type="presOf" srcId="{454D4FFF-BB2E-44B2-90D6-7EB6372F8CE1}" destId="{4E13A1D4-5EC4-45E5-AB18-4FC74C9EA35A}" srcOrd="0" destOrd="0" presId="urn:microsoft.com/office/officeart/2005/8/layout/hProcess9"/>
    <dgm:cxn modelId="{7554719B-B1FC-4A84-8273-4FBC09FD6499}" type="presOf" srcId="{6D8DCA49-8AEC-4018-9248-50CC482CEEA9}" destId="{4FC4F54B-9C40-470C-8E3C-D032989E9BAE}" srcOrd="0" destOrd="0" presId="urn:microsoft.com/office/officeart/2005/8/layout/hProcess9"/>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E45ACCB4-52A6-42C9-A556-89F25A2894BC}" type="presParOf" srcId="{545BDE8F-985A-4B6C-B5FD-A65F9E8FC166}" destId="{4E13A1D4-5EC4-45E5-AB18-4FC74C9EA35A}" srcOrd="0" destOrd="0" presId="urn:microsoft.com/office/officeart/2005/8/layout/hProcess9"/>
    <dgm:cxn modelId="{2A9ADC45-79A8-467C-A057-95F7CB25418C}" type="presParOf" srcId="{545BDE8F-985A-4B6C-B5FD-A65F9E8FC166}" destId="{03E0B86B-2754-4451-8D85-A88C57750CB2}" srcOrd="1" destOrd="0" presId="urn:microsoft.com/office/officeart/2005/8/layout/hProcess9"/>
    <dgm:cxn modelId="{9732A966-CA7B-4E3C-B52C-183B7B1E5F27}" type="presParOf" srcId="{545BDE8F-985A-4B6C-B5FD-A65F9E8FC166}" destId="{5F394919-D831-42AB-963C-0CE06D87EC96}" srcOrd="2" destOrd="0" presId="urn:microsoft.com/office/officeart/2005/8/layout/hProcess9"/>
    <dgm:cxn modelId="{47ECE42E-285A-43A4-946D-E8EE815F5437}" type="presParOf" srcId="{545BDE8F-985A-4B6C-B5FD-A65F9E8FC166}" destId="{6CEEE07D-25F2-4512-AE30-B352B53C720A}" srcOrd="3" destOrd="0" presId="urn:microsoft.com/office/officeart/2005/8/layout/hProcess9"/>
    <dgm:cxn modelId="{56B6F552-B0F0-4A81-8822-FBB4E0CDCB5C}" type="presParOf" srcId="{545BDE8F-985A-4B6C-B5FD-A65F9E8FC166}" destId="{4FC4F54B-9C40-470C-8E3C-D032989E9BAE}" srcOrd="4" destOrd="0" presId="urn:microsoft.com/office/officeart/2005/8/layout/hProcess9"/>
    <dgm:cxn modelId="{DAB673FD-21C7-4028-B747-8E44FA283622}" type="presParOf" srcId="{545BDE8F-985A-4B6C-B5FD-A65F9E8FC166}" destId="{D44571F7-8911-41D2-AA47-A25B59981800}" srcOrd="5" destOrd="0" presId="urn:microsoft.com/office/officeart/2005/8/layout/hProcess9"/>
    <dgm:cxn modelId="{F7F3ACAA-419B-4D6E-BECF-3AA2C0A2E714}" type="presParOf" srcId="{545BDE8F-985A-4B6C-B5FD-A65F9E8FC166}" destId="{6F472B61-C1BF-42A1-A9B7-51EFB594C58F}"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55BB7923-80BE-4184-86BB-E5DF90343EDB}">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9BCE07F2-E8ED-4DF2-AB83-AFA908D86E74}" type="parTrans" cxnId="{E6E78F7F-2D31-44D5-AED8-228EB8A88D37}">
      <dgm:prSet/>
      <dgm:spPr/>
      <dgm:t>
        <a:bodyPr/>
        <a:lstStyle/>
        <a:p>
          <a:endParaRPr lang="fr-FR"/>
        </a:p>
      </dgm:t>
    </dgm:pt>
    <dgm:pt modelId="{91AEAA19-5D72-435C-A8D8-6FEB15B17F62}" type="sibTrans" cxnId="{E6E78F7F-2D31-44D5-AED8-228EB8A88D37}">
      <dgm:prSet/>
      <dgm:spPr/>
      <dgm:t>
        <a:bodyPr/>
        <a:lstStyle/>
        <a:p>
          <a:endParaRPr lang="fr-FR"/>
        </a:p>
      </dgm:t>
    </dgm:pt>
    <dgm:pt modelId="{7B71CA89-2FC0-4A6B-A34C-BAC6B814C35F}">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F79D789-7B77-4E07-B7F8-8421AD214088}" type="parTrans" cxnId="{E3D388C1-4A5A-449B-9E0B-86C8FD0D893B}">
      <dgm:prSet/>
      <dgm:spPr/>
      <dgm:t>
        <a:bodyPr/>
        <a:lstStyle/>
        <a:p>
          <a:endParaRPr lang="fr-FR"/>
        </a:p>
      </dgm:t>
    </dgm:pt>
    <dgm:pt modelId="{809AA4AF-7ECD-4242-A7D6-F0CB82EF8E46}" type="sibTrans" cxnId="{E3D388C1-4A5A-449B-9E0B-86C8FD0D893B}">
      <dgm:prSet/>
      <dgm:spPr/>
      <dgm:t>
        <a:bodyPr/>
        <a:lstStyle/>
        <a:p>
          <a:endParaRPr lang="fr-FR"/>
        </a:p>
      </dgm:t>
    </dgm:pt>
    <dgm:pt modelId="{B519142F-63F8-496D-BDD2-3653CECCC30E}">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Outils </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21FF3BD1-A6A0-496C-B428-4C00B348EE51}" type="parTrans" cxnId="{7F6304F7-E9E2-4E87-9820-277553B31D5C}">
      <dgm:prSet/>
      <dgm:spPr/>
      <dgm:t>
        <a:bodyPr/>
        <a:lstStyle/>
        <a:p>
          <a:endParaRPr lang="fr-FR"/>
        </a:p>
      </dgm:t>
    </dgm:pt>
    <dgm:pt modelId="{C11C6FBD-0122-4393-A887-66DD70AFD56A}" type="sibTrans" cxnId="{7F6304F7-E9E2-4E87-9820-277553B31D5C}">
      <dgm:prSet/>
      <dgm:spPr/>
      <dgm:t>
        <a:bodyPr/>
        <a:lstStyle/>
        <a:p>
          <a:endParaRPr lang="fr-FR"/>
        </a:p>
      </dgm:t>
    </dgm:pt>
    <dgm:pt modelId="{82B52DE6-2B6D-4C63-B6D1-8FF5CA0D95F4}">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37BE435-AFC0-46D6-ADE7-15762215CBE3}" type="parTrans" cxnId="{B3260043-6AA0-4ADB-B42B-F7F75096D0CF}">
      <dgm:prSet/>
      <dgm:spPr/>
      <dgm:t>
        <a:bodyPr/>
        <a:lstStyle/>
        <a:p>
          <a:endParaRPr lang="fr-FR"/>
        </a:p>
      </dgm:t>
    </dgm:pt>
    <dgm:pt modelId="{8C2C24ED-ACF4-4861-9087-41547E359E7E}" type="sibTrans" cxnId="{B3260043-6AA0-4ADB-B42B-F7F75096D0CF}">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23D0E6B2-4535-4EEC-8CEB-5A5B0F2BE6BC}" type="pres">
      <dgm:prSet presAssocID="{55BB7923-80BE-4184-86BB-E5DF90343EDB}" presName="textNode" presStyleLbl="node1" presStyleIdx="0" presStyleCnt="4">
        <dgm:presLayoutVars>
          <dgm:bulletEnabled val="1"/>
        </dgm:presLayoutVars>
      </dgm:prSet>
      <dgm:spPr/>
      <dgm:t>
        <a:bodyPr/>
        <a:lstStyle/>
        <a:p>
          <a:endParaRPr lang="fr-FR"/>
        </a:p>
      </dgm:t>
    </dgm:pt>
    <dgm:pt modelId="{387713FF-7355-4056-BDD9-12BAB2852A05}" type="pres">
      <dgm:prSet presAssocID="{91AEAA19-5D72-435C-A8D8-6FEB15B17F62}" presName="sibTrans" presStyleCnt="0"/>
      <dgm:spPr/>
    </dgm:pt>
    <dgm:pt modelId="{025425B7-F0F9-46F0-90B9-8FE8060FFFF1}" type="pres">
      <dgm:prSet presAssocID="{7B71CA89-2FC0-4A6B-A34C-BAC6B814C35F}" presName="textNode" presStyleLbl="node1" presStyleIdx="1" presStyleCnt="4">
        <dgm:presLayoutVars>
          <dgm:bulletEnabled val="1"/>
        </dgm:presLayoutVars>
      </dgm:prSet>
      <dgm:spPr/>
      <dgm:t>
        <a:bodyPr/>
        <a:lstStyle/>
        <a:p>
          <a:endParaRPr lang="fr-FR"/>
        </a:p>
      </dgm:t>
    </dgm:pt>
    <dgm:pt modelId="{096E4C5E-F114-4F83-A21F-91FB7315D335}" type="pres">
      <dgm:prSet presAssocID="{809AA4AF-7ECD-4242-A7D6-F0CB82EF8E46}" presName="sibTrans" presStyleCnt="0"/>
      <dgm:spPr/>
    </dgm:pt>
    <dgm:pt modelId="{7D61442E-64A6-4A50-BE40-30100C118867}" type="pres">
      <dgm:prSet presAssocID="{B519142F-63F8-496D-BDD2-3653CECCC30E}" presName="textNode" presStyleLbl="node1" presStyleIdx="2" presStyleCnt="4">
        <dgm:presLayoutVars>
          <dgm:bulletEnabled val="1"/>
        </dgm:presLayoutVars>
      </dgm:prSet>
      <dgm:spPr/>
      <dgm:t>
        <a:bodyPr/>
        <a:lstStyle/>
        <a:p>
          <a:endParaRPr lang="fr-FR"/>
        </a:p>
      </dgm:t>
    </dgm:pt>
    <dgm:pt modelId="{99CBF64D-6351-4587-95FB-A1167F7D0979}" type="pres">
      <dgm:prSet presAssocID="{C11C6FBD-0122-4393-A887-66DD70AFD56A}" presName="sibTrans" presStyleCnt="0"/>
      <dgm:spPr/>
    </dgm:pt>
    <dgm:pt modelId="{1E465EEE-1A41-4A94-B6A8-59EF8B504F3E}" type="pres">
      <dgm:prSet presAssocID="{82B52DE6-2B6D-4C63-B6D1-8FF5CA0D95F4}" presName="textNode" presStyleLbl="node1" presStyleIdx="3" presStyleCnt="4">
        <dgm:presLayoutVars>
          <dgm:bulletEnabled val="1"/>
        </dgm:presLayoutVars>
      </dgm:prSet>
      <dgm:spPr/>
      <dgm:t>
        <a:bodyPr/>
        <a:lstStyle/>
        <a:p>
          <a:endParaRPr lang="fr-FR"/>
        </a:p>
      </dgm:t>
    </dgm:pt>
  </dgm:ptLst>
  <dgm:cxnLst>
    <dgm:cxn modelId="{E6E78F7F-2D31-44D5-AED8-228EB8A88D37}" srcId="{82DFE9FE-1687-4528-A3F2-F4F4447223BC}" destId="{55BB7923-80BE-4184-86BB-E5DF90343EDB}" srcOrd="0" destOrd="0" parTransId="{9BCE07F2-E8ED-4DF2-AB83-AFA908D86E74}" sibTransId="{91AEAA19-5D72-435C-A8D8-6FEB15B17F62}"/>
    <dgm:cxn modelId="{B93CF8EA-EC33-454C-AD11-5242FFC62123}" type="presOf" srcId="{7B71CA89-2FC0-4A6B-A34C-BAC6B814C35F}" destId="{025425B7-F0F9-46F0-90B9-8FE8060FFFF1}" srcOrd="0" destOrd="0" presId="urn:microsoft.com/office/officeart/2005/8/layout/hProcess9"/>
    <dgm:cxn modelId="{4CA27ED7-B65E-4751-A947-52183446E4BC}" type="presOf" srcId="{82B52DE6-2B6D-4C63-B6D1-8FF5CA0D95F4}" destId="{1E465EEE-1A41-4A94-B6A8-59EF8B504F3E}" srcOrd="0" destOrd="0" presId="urn:microsoft.com/office/officeart/2005/8/layout/hProcess9"/>
    <dgm:cxn modelId="{7F6304F7-E9E2-4E87-9820-277553B31D5C}" srcId="{82DFE9FE-1687-4528-A3F2-F4F4447223BC}" destId="{B519142F-63F8-496D-BDD2-3653CECCC30E}" srcOrd="2" destOrd="0" parTransId="{21FF3BD1-A6A0-496C-B428-4C00B348EE51}" sibTransId="{C11C6FBD-0122-4393-A887-66DD70AFD56A}"/>
    <dgm:cxn modelId="{E3D388C1-4A5A-449B-9E0B-86C8FD0D893B}" srcId="{82DFE9FE-1687-4528-A3F2-F4F4447223BC}" destId="{7B71CA89-2FC0-4A6B-A34C-BAC6B814C35F}" srcOrd="1" destOrd="0" parTransId="{5F79D789-7B77-4E07-B7F8-8421AD214088}" sibTransId="{809AA4AF-7ECD-4242-A7D6-F0CB82EF8E46}"/>
    <dgm:cxn modelId="{9E1B5BF6-74FA-4D0F-B3FA-7C71A14907D0}" type="presOf" srcId="{55BB7923-80BE-4184-86BB-E5DF90343EDB}" destId="{23D0E6B2-4535-4EEC-8CEB-5A5B0F2BE6BC}" srcOrd="0" destOrd="0" presId="urn:microsoft.com/office/officeart/2005/8/layout/hProcess9"/>
    <dgm:cxn modelId="{A27B87C8-AC21-427B-A87E-DD5CE63A4E91}" type="presOf" srcId="{82DFE9FE-1687-4528-A3F2-F4F4447223BC}" destId="{D9FA8967-E7F3-408B-BF2B-70ABFA382E15}" srcOrd="0" destOrd="0" presId="urn:microsoft.com/office/officeart/2005/8/layout/hProcess9"/>
    <dgm:cxn modelId="{2BDE6CDC-B32D-4C58-B46E-44E5E4C66055}" type="presOf" srcId="{B519142F-63F8-496D-BDD2-3653CECCC30E}" destId="{7D61442E-64A6-4A50-BE40-30100C118867}" srcOrd="0" destOrd="0" presId="urn:microsoft.com/office/officeart/2005/8/layout/hProcess9"/>
    <dgm:cxn modelId="{B3260043-6AA0-4ADB-B42B-F7F75096D0CF}" srcId="{82DFE9FE-1687-4528-A3F2-F4F4447223BC}" destId="{82B52DE6-2B6D-4C63-B6D1-8FF5CA0D95F4}" srcOrd="3" destOrd="0" parTransId="{037BE435-AFC0-46D6-ADE7-15762215CBE3}" sibTransId="{8C2C24ED-ACF4-4861-9087-41547E359E7E}"/>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7C5AA076-CD97-4237-B0B6-5A6DC029FF00}" type="presParOf" srcId="{545BDE8F-985A-4B6C-B5FD-A65F9E8FC166}" destId="{23D0E6B2-4535-4EEC-8CEB-5A5B0F2BE6BC}" srcOrd="0" destOrd="0" presId="urn:microsoft.com/office/officeart/2005/8/layout/hProcess9"/>
    <dgm:cxn modelId="{091D58FC-4B63-49C3-B596-20E727369427}" type="presParOf" srcId="{545BDE8F-985A-4B6C-B5FD-A65F9E8FC166}" destId="{387713FF-7355-4056-BDD9-12BAB2852A05}" srcOrd="1" destOrd="0" presId="urn:microsoft.com/office/officeart/2005/8/layout/hProcess9"/>
    <dgm:cxn modelId="{BD608F71-594F-4B61-B0DD-C98D94110460}" type="presParOf" srcId="{545BDE8F-985A-4B6C-B5FD-A65F9E8FC166}" destId="{025425B7-F0F9-46F0-90B9-8FE8060FFFF1}" srcOrd="2" destOrd="0" presId="urn:microsoft.com/office/officeart/2005/8/layout/hProcess9"/>
    <dgm:cxn modelId="{74F0A39E-0458-4483-97E8-C1438F88A5F2}" type="presParOf" srcId="{545BDE8F-985A-4B6C-B5FD-A65F9E8FC166}" destId="{096E4C5E-F114-4F83-A21F-91FB7315D335}" srcOrd="3" destOrd="0" presId="urn:microsoft.com/office/officeart/2005/8/layout/hProcess9"/>
    <dgm:cxn modelId="{ED4D6892-4A22-487D-89B0-3347CEEB8A75}" type="presParOf" srcId="{545BDE8F-985A-4B6C-B5FD-A65F9E8FC166}" destId="{7D61442E-64A6-4A50-BE40-30100C118867}" srcOrd="4" destOrd="0" presId="urn:microsoft.com/office/officeart/2005/8/layout/hProcess9"/>
    <dgm:cxn modelId="{B1329E91-EAC6-422D-9080-DA9F3A882706}" type="presParOf" srcId="{545BDE8F-985A-4B6C-B5FD-A65F9E8FC166}" destId="{99CBF64D-6351-4587-95FB-A1167F7D0979}" srcOrd="5" destOrd="0" presId="urn:microsoft.com/office/officeart/2005/8/layout/hProcess9"/>
    <dgm:cxn modelId="{80BDD5D2-8D80-420D-899B-0409DD30F304}" type="presParOf" srcId="{545BDE8F-985A-4B6C-B5FD-A65F9E8FC166}" destId="{1E465EEE-1A41-4A94-B6A8-59EF8B504F3E}"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CEF63013-9765-4F45-821F-0EDEE6D7F921}">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60EADC0-E8D0-4F1E-ABB3-EE6640017E6D}" type="parTrans" cxnId="{59338AA1-85BC-43C2-AEFE-868F2408194E}">
      <dgm:prSet/>
      <dgm:spPr/>
      <dgm:t>
        <a:bodyPr/>
        <a:lstStyle/>
        <a:p>
          <a:endParaRPr lang="fr-FR"/>
        </a:p>
      </dgm:t>
    </dgm:pt>
    <dgm:pt modelId="{C6A8197A-2CCB-40B9-BD47-D1409980CBFD}" type="sibTrans" cxnId="{59338AA1-85BC-43C2-AEFE-868F2408194E}">
      <dgm:prSet/>
      <dgm:spPr/>
      <dgm:t>
        <a:bodyPr/>
        <a:lstStyle/>
        <a:p>
          <a:endParaRPr lang="fr-FR"/>
        </a:p>
      </dgm:t>
    </dgm:pt>
    <dgm:pt modelId="{42CFC585-14F1-4C59-8161-F90686F766F0}">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9ECD96E-8E74-4028-81AF-FDD4B00270AC}" type="parTrans" cxnId="{043CD0D4-481B-4521-84CC-E5F67B6E2A14}">
      <dgm:prSet/>
      <dgm:spPr/>
      <dgm:t>
        <a:bodyPr/>
        <a:lstStyle/>
        <a:p>
          <a:endParaRPr lang="fr-FR"/>
        </a:p>
      </dgm:t>
    </dgm:pt>
    <dgm:pt modelId="{4257AD2D-465D-450C-95AE-0A314EEDD086}" type="sibTrans" cxnId="{043CD0D4-481B-4521-84CC-E5F67B6E2A14}">
      <dgm:prSet/>
      <dgm:spPr/>
      <dgm:t>
        <a:bodyPr/>
        <a:lstStyle/>
        <a:p>
          <a:endParaRPr lang="fr-FR"/>
        </a:p>
      </dgm:t>
    </dgm:pt>
    <dgm:pt modelId="{7C934B67-2DC6-4813-AA8A-2E3949370792}">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Scripts  </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E74239D4-8596-43C4-BBA7-B84B770FB7C8}" type="parTrans" cxnId="{A28A41D5-022F-47EF-A345-B90B4542544E}">
      <dgm:prSet/>
      <dgm:spPr/>
      <dgm:t>
        <a:bodyPr/>
        <a:lstStyle/>
        <a:p>
          <a:endParaRPr lang="fr-FR"/>
        </a:p>
      </dgm:t>
    </dgm:pt>
    <dgm:pt modelId="{D21A1AEF-6D25-43E9-82DB-1EF8C3E0E045}" type="sibTrans" cxnId="{A28A41D5-022F-47EF-A345-B90B4542544E}">
      <dgm:prSet/>
      <dgm:spPr/>
      <dgm:t>
        <a:bodyPr/>
        <a:lstStyle/>
        <a:p>
          <a:endParaRPr lang="fr-FR"/>
        </a:p>
      </dgm:t>
    </dgm:pt>
    <dgm:pt modelId="{B8782A0F-378C-4330-AC2F-7728CF6153F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91ED7D48-19FD-4224-986C-D2B4EDC8632E}" type="parTrans" cxnId="{856CA523-7958-4213-A316-C4F1AA866A29}">
      <dgm:prSet/>
      <dgm:spPr/>
      <dgm:t>
        <a:bodyPr/>
        <a:lstStyle/>
        <a:p>
          <a:endParaRPr lang="fr-FR"/>
        </a:p>
      </dgm:t>
    </dgm:pt>
    <dgm:pt modelId="{FB55E2AB-7B12-4FC9-AF5F-5F8C8561447F}" type="sibTrans" cxnId="{856CA523-7958-4213-A316-C4F1AA866A29}">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B895EE-C1F4-43CB-968B-BA42B8605317}" type="pres">
      <dgm:prSet presAssocID="{CEF63013-9765-4F45-821F-0EDEE6D7F921}" presName="textNode" presStyleLbl="node1" presStyleIdx="0" presStyleCnt="4">
        <dgm:presLayoutVars>
          <dgm:bulletEnabled val="1"/>
        </dgm:presLayoutVars>
      </dgm:prSet>
      <dgm:spPr/>
      <dgm:t>
        <a:bodyPr/>
        <a:lstStyle/>
        <a:p>
          <a:endParaRPr lang="fr-FR"/>
        </a:p>
      </dgm:t>
    </dgm:pt>
    <dgm:pt modelId="{A458C540-BCB7-47CE-B02C-F034045DD989}" type="pres">
      <dgm:prSet presAssocID="{C6A8197A-2CCB-40B9-BD47-D1409980CBFD}" presName="sibTrans" presStyleCnt="0"/>
      <dgm:spPr/>
    </dgm:pt>
    <dgm:pt modelId="{7AAE63A7-A9AE-4083-8689-982F7A229645}" type="pres">
      <dgm:prSet presAssocID="{42CFC585-14F1-4C59-8161-F90686F766F0}" presName="textNode" presStyleLbl="node1" presStyleIdx="1" presStyleCnt="4">
        <dgm:presLayoutVars>
          <dgm:bulletEnabled val="1"/>
        </dgm:presLayoutVars>
      </dgm:prSet>
      <dgm:spPr/>
      <dgm:t>
        <a:bodyPr/>
        <a:lstStyle/>
        <a:p>
          <a:endParaRPr lang="fr-FR"/>
        </a:p>
      </dgm:t>
    </dgm:pt>
    <dgm:pt modelId="{E4216668-36B3-4104-9442-A01F9E2966FD}" type="pres">
      <dgm:prSet presAssocID="{4257AD2D-465D-450C-95AE-0A314EEDD086}" presName="sibTrans" presStyleCnt="0"/>
      <dgm:spPr/>
    </dgm:pt>
    <dgm:pt modelId="{08D8B165-E880-417D-91C4-8F45546C23D4}" type="pres">
      <dgm:prSet presAssocID="{7C934B67-2DC6-4813-AA8A-2E3949370792}" presName="textNode" presStyleLbl="node1" presStyleIdx="2" presStyleCnt="4">
        <dgm:presLayoutVars>
          <dgm:bulletEnabled val="1"/>
        </dgm:presLayoutVars>
      </dgm:prSet>
      <dgm:spPr/>
      <dgm:t>
        <a:bodyPr/>
        <a:lstStyle/>
        <a:p>
          <a:endParaRPr lang="fr-FR"/>
        </a:p>
      </dgm:t>
    </dgm:pt>
    <dgm:pt modelId="{0BAEFC37-09DF-4B8E-A20C-8B16AFB1FBAC}" type="pres">
      <dgm:prSet presAssocID="{D21A1AEF-6D25-43E9-82DB-1EF8C3E0E045}" presName="sibTrans" presStyleCnt="0"/>
      <dgm:spPr/>
    </dgm:pt>
    <dgm:pt modelId="{3D1E52B4-FA47-47D3-A792-2C71301513A4}" type="pres">
      <dgm:prSet presAssocID="{B8782A0F-378C-4330-AC2F-7728CF6153FC}" presName="textNode" presStyleLbl="node1" presStyleIdx="3" presStyleCnt="4">
        <dgm:presLayoutVars>
          <dgm:bulletEnabled val="1"/>
        </dgm:presLayoutVars>
      </dgm:prSet>
      <dgm:spPr/>
      <dgm:t>
        <a:bodyPr/>
        <a:lstStyle/>
        <a:p>
          <a:endParaRPr lang="fr-FR"/>
        </a:p>
      </dgm:t>
    </dgm:pt>
  </dgm:ptLst>
  <dgm:cxnLst>
    <dgm:cxn modelId="{357D8B1F-1719-4366-A995-C43CE638F9BB}" type="presOf" srcId="{42CFC585-14F1-4C59-8161-F90686F766F0}" destId="{7AAE63A7-A9AE-4083-8689-982F7A229645}" srcOrd="0" destOrd="0" presId="urn:microsoft.com/office/officeart/2005/8/layout/hProcess9"/>
    <dgm:cxn modelId="{D475E35E-E21F-4BE2-AA2C-A5332D1F5900}" type="presOf" srcId="{7C934B67-2DC6-4813-AA8A-2E3949370792}" destId="{08D8B165-E880-417D-91C4-8F45546C23D4}" srcOrd="0" destOrd="0" presId="urn:microsoft.com/office/officeart/2005/8/layout/hProcess9"/>
    <dgm:cxn modelId="{043CD0D4-481B-4521-84CC-E5F67B6E2A14}" srcId="{82DFE9FE-1687-4528-A3F2-F4F4447223BC}" destId="{42CFC585-14F1-4C59-8161-F90686F766F0}" srcOrd="1" destOrd="0" parTransId="{59ECD96E-8E74-4028-81AF-FDD4B00270AC}" sibTransId="{4257AD2D-465D-450C-95AE-0A314EEDD086}"/>
    <dgm:cxn modelId="{9F72FDFC-12DD-417A-B406-EE941E2706E7}" type="presOf" srcId="{CEF63013-9765-4F45-821F-0EDEE6D7F921}" destId="{4AB895EE-C1F4-43CB-968B-BA42B8605317}" srcOrd="0" destOrd="0" presId="urn:microsoft.com/office/officeart/2005/8/layout/hProcess9"/>
    <dgm:cxn modelId="{856CA523-7958-4213-A316-C4F1AA866A29}" srcId="{82DFE9FE-1687-4528-A3F2-F4F4447223BC}" destId="{B8782A0F-378C-4330-AC2F-7728CF6153FC}" srcOrd="3" destOrd="0" parTransId="{91ED7D48-19FD-4224-986C-D2B4EDC8632E}" sibTransId="{FB55E2AB-7B12-4FC9-AF5F-5F8C8561447F}"/>
    <dgm:cxn modelId="{59338AA1-85BC-43C2-AEFE-868F2408194E}" srcId="{82DFE9FE-1687-4528-A3F2-F4F4447223BC}" destId="{CEF63013-9765-4F45-821F-0EDEE6D7F921}" srcOrd="0" destOrd="0" parTransId="{060EADC0-E8D0-4F1E-ABB3-EE6640017E6D}" sibTransId="{C6A8197A-2CCB-40B9-BD47-D1409980CBFD}"/>
    <dgm:cxn modelId="{A28A41D5-022F-47EF-A345-B90B4542544E}" srcId="{82DFE9FE-1687-4528-A3F2-F4F4447223BC}" destId="{7C934B67-2DC6-4813-AA8A-2E3949370792}" srcOrd="2" destOrd="0" parTransId="{E74239D4-8596-43C4-BBA7-B84B770FB7C8}" sibTransId="{D21A1AEF-6D25-43E9-82DB-1EF8C3E0E045}"/>
    <dgm:cxn modelId="{A27B87C8-AC21-427B-A87E-DD5CE63A4E91}" type="presOf" srcId="{82DFE9FE-1687-4528-A3F2-F4F4447223BC}" destId="{D9FA8967-E7F3-408B-BF2B-70ABFA382E15}" srcOrd="0" destOrd="0" presId="urn:microsoft.com/office/officeart/2005/8/layout/hProcess9"/>
    <dgm:cxn modelId="{4A89D8FB-5C76-4E06-9E56-475BDA9D1C6E}" type="presOf" srcId="{B8782A0F-378C-4330-AC2F-7728CF6153FC}" destId="{3D1E52B4-FA47-47D3-A792-2C71301513A4}" srcOrd="0" destOrd="0" presId="urn:microsoft.com/office/officeart/2005/8/layout/hProcess9"/>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7AC8BCA5-D99B-4759-8671-E5F8F660AFF3}" type="presParOf" srcId="{545BDE8F-985A-4B6C-B5FD-A65F9E8FC166}" destId="{4AB895EE-C1F4-43CB-968B-BA42B8605317}" srcOrd="0" destOrd="0" presId="urn:microsoft.com/office/officeart/2005/8/layout/hProcess9"/>
    <dgm:cxn modelId="{6943000F-C1AA-4BCF-AF47-EE5859C37DC8}" type="presParOf" srcId="{545BDE8F-985A-4B6C-B5FD-A65F9E8FC166}" destId="{A458C540-BCB7-47CE-B02C-F034045DD989}" srcOrd="1" destOrd="0" presId="urn:microsoft.com/office/officeart/2005/8/layout/hProcess9"/>
    <dgm:cxn modelId="{5AFF063B-AAC8-4337-AFB6-0FCD3E5DB091}" type="presParOf" srcId="{545BDE8F-985A-4B6C-B5FD-A65F9E8FC166}" destId="{7AAE63A7-A9AE-4083-8689-982F7A229645}" srcOrd="2" destOrd="0" presId="urn:microsoft.com/office/officeart/2005/8/layout/hProcess9"/>
    <dgm:cxn modelId="{3C408CF5-5445-4EB0-9EEF-13060215D680}" type="presParOf" srcId="{545BDE8F-985A-4B6C-B5FD-A65F9E8FC166}" destId="{E4216668-36B3-4104-9442-A01F9E2966FD}" srcOrd="3" destOrd="0" presId="urn:microsoft.com/office/officeart/2005/8/layout/hProcess9"/>
    <dgm:cxn modelId="{456CACC5-C1F3-4145-A9A0-AB19DECF1154}" type="presParOf" srcId="{545BDE8F-985A-4B6C-B5FD-A65F9E8FC166}" destId="{08D8B165-E880-417D-91C4-8F45546C23D4}" srcOrd="4" destOrd="0" presId="urn:microsoft.com/office/officeart/2005/8/layout/hProcess9"/>
    <dgm:cxn modelId="{12F6B246-AFAE-41B3-B4E6-78A74D5297D2}" type="presParOf" srcId="{545BDE8F-985A-4B6C-B5FD-A65F9E8FC166}" destId="{0BAEFC37-09DF-4B8E-A20C-8B16AFB1FBAC}" srcOrd="5" destOrd="0" presId="urn:microsoft.com/office/officeart/2005/8/layout/hProcess9"/>
    <dgm:cxn modelId="{C0D0918C-F831-4C3F-9C3A-8C57AA5DAF28}" type="presParOf" srcId="{545BDE8F-985A-4B6C-B5FD-A65F9E8FC166}" destId="{3D1E52B4-FA47-47D3-A792-2C71301513A4}"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CEF63013-9765-4F45-821F-0EDEE6D7F921}">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060EADC0-E8D0-4F1E-ABB3-EE6640017E6D}" type="parTrans" cxnId="{59338AA1-85BC-43C2-AEFE-868F2408194E}">
      <dgm:prSet/>
      <dgm:spPr/>
      <dgm:t>
        <a:bodyPr/>
        <a:lstStyle/>
        <a:p>
          <a:endParaRPr lang="fr-FR"/>
        </a:p>
      </dgm:t>
    </dgm:pt>
    <dgm:pt modelId="{C6A8197A-2CCB-40B9-BD47-D1409980CBFD}" type="sibTrans" cxnId="{59338AA1-85BC-43C2-AEFE-868F2408194E}">
      <dgm:prSet/>
      <dgm:spPr/>
      <dgm:t>
        <a:bodyPr/>
        <a:lstStyle/>
        <a:p>
          <a:endParaRPr lang="fr-FR"/>
        </a:p>
      </dgm:t>
    </dgm:pt>
    <dgm:pt modelId="{42CFC585-14F1-4C59-8161-F90686F766F0}">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59ECD96E-8E74-4028-81AF-FDD4B00270AC}" type="parTrans" cxnId="{043CD0D4-481B-4521-84CC-E5F67B6E2A14}">
      <dgm:prSet/>
      <dgm:spPr/>
      <dgm:t>
        <a:bodyPr/>
        <a:lstStyle/>
        <a:p>
          <a:endParaRPr lang="fr-FR"/>
        </a:p>
      </dgm:t>
    </dgm:pt>
    <dgm:pt modelId="{4257AD2D-465D-450C-95AE-0A314EEDD086}" type="sibTrans" cxnId="{043CD0D4-481B-4521-84CC-E5F67B6E2A14}">
      <dgm:prSet/>
      <dgm:spPr/>
      <dgm:t>
        <a:bodyPr/>
        <a:lstStyle/>
        <a:p>
          <a:endParaRPr lang="fr-FR"/>
        </a:p>
      </dgm:t>
    </dgm:pt>
    <dgm:pt modelId="{7C934B67-2DC6-4813-AA8A-2E3949370792}">
      <dgm:prSet/>
      <dgm:spPr>
        <a:solidFill>
          <a:srgbClr val="FF0000"/>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Scripts  </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E74239D4-8596-43C4-BBA7-B84B770FB7C8}" type="parTrans" cxnId="{A28A41D5-022F-47EF-A345-B90B4542544E}">
      <dgm:prSet/>
      <dgm:spPr/>
      <dgm:t>
        <a:bodyPr/>
        <a:lstStyle/>
        <a:p>
          <a:endParaRPr lang="fr-FR"/>
        </a:p>
      </dgm:t>
    </dgm:pt>
    <dgm:pt modelId="{D21A1AEF-6D25-43E9-82DB-1EF8C3E0E045}" type="sibTrans" cxnId="{A28A41D5-022F-47EF-A345-B90B4542544E}">
      <dgm:prSet/>
      <dgm:spPr/>
      <dgm:t>
        <a:bodyPr/>
        <a:lstStyle/>
        <a:p>
          <a:endParaRPr lang="fr-FR"/>
        </a:p>
      </dgm:t>
    </dgm:pt>
    <dgm:pt modelId="{B8782A0F-378C-4330-AC2F-7728CF6153FC}">
      <dgm:prSet/>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91ED7D48-19FD-4224-986C-D2B4EDC8632E}" type="parTrans" cxnId="{856CA523-7958-4213-A316-C4F1AA866A29}">
      <dgm:prSet/>
      <dgm:spPr/>
      <dgm:t>
        <a:bodyPr/>
        <a:lstStyle/>
        <a:p>
          <a:endParaRPr lang="fr-FR"/>
        </a:p>
      </dgm:t>
    </dgm:pt>
    <dgm:pt modelId="{FB55E2AB-7B12-4FC9-AF5F-5F8C8561447F}" type="sibTrans" cxnId="{856CA523-7958-4213-A316-C4F1AA866A29}">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4AB895EE-C1F4-43CB-968B-BA42B8605317}" type="pres">
      <dgm:prSet presAssocID="{CEF63013-9765-4F45-821F-0EDEE6D7F921}" presName="textNode" presStyleLbl="node1" presStyleIdx="0" presStyleCnt="4">
        <dgm:presLayoutVars>
          <dgm:bulletEnabled val="1"/>
        </dgm:presLayoutVars>
      </dgm:prSet>
      <dgm:spPr/>
      <dgm:t>
        <a:bodyPr/>
        <a:lstStyle/>
        <a:p>
          <a:endParaRPr lang="fr-FR"/>
        </a:p>
      </dgm:t>
    </dgm:pt>
    <dgm:pt modelId="{A458C540-BCB7-47CE-B02C-F034045DD989}" type="pres">
      <dgm:prSet presAssocID="{C6A8197A-2CCB-40B9-BD47-D1409980CBFD}" presName="sibTrans" presStyleCnt="0"/>
      <dgm:spPr/>
    </dgm:pt>
    <dgm:pt modelId="{7AAE63A7-A9AE-4083-8689-982F7A229645}" type="pres">
      <dgm:prSet presAssocID="{42CFC585-14F1-4C59-8161-F90686F766F0}" presName="textNode" presStyleLbl="node1" presStyleIdx="1" presStyleCnt="4">
        <dgm:presLayoutVars>
          <dgm:bulletEnabled val="1"/>
        </dgm:presLayoutVars>
      </dgm:prSet>
      <dgm:spPr/>
      <dgm:t>
        <a:bodyPr/>
        <a:lstStyle/>
        <a:p>
          <a:endParaRPr lang="fr-FR"/>
        </a:p>
      </dgm:t>
    </dgm:pt>
    <dgm:pt modelId="{E4216668-36B3-4104-9442-A01F9E2966FD}" type="pres">
      <dgm:prSet presAssocID="{4257AD2D-465D-450C-95AE-0A314EEDD086}" presName="sibTrans" presStyleCnt="0"/>
      <dgm:spPr/>
    </dgm:pt>
    <dgm:pt modelId="{08D8B165-E880-417D-91C4-8F45546C23D4}" type="pres">
      <dgm:prSet presAssocID="{7C934B67-2DC6-4813-AA8A-2E3949370792}" presName="textNode" presStyleLbl="node1" presStyleIdx="2" presStyleCnt="4">
        <dgm:presLayoutVars>
          <dgm:bulletEnabled val="1"/>
        </dgm:presLayoutVars>
      </dgm:prSet>
      <dgm:spPr/>
      <dgm:t>
        <a:bodyPr/>
        <a:lstStyle/>
        <a:p>
          <a:endParaRPr lang="fr-FR"/>
        </a:p>
      </dgm:t>
    </dgm:pt>
    <dgm:pt modelId="{0BAEFC37-09DF-4B8E-A20C-8B16AFB1FBAC}" type="pres">
      <dgm:prSet presAssocID="{D21A1AEF-6D25-43E9-82DB-1EF8C3E0E045}" presName="sibTrans" presStyleCnt="0"/>
      <dgm:spPr/>
    </dgm:pt>
    <dgm:pt modelId="{3D1E52B4-FA47-47D3-A792-2C71301513A4}" type="pres">
      <dgm:prSet presAssocID="{B8782A0F-378C-4330-AC2F-7728CF6153FC}" presName="textNode" presStyleLbl="node1" presStyleIdx="3" presStyleCnt="4">
        <dgm:presLayoutVars>
          <dgm:bulletEnabled val="1"/>
        </dgm:presLayoutVars>
      </dgm:prSet>
      <dgm:spPr/>
      <dgm:t>
        <a:bodyPr/>
        <a:lstStyle/>
        <a:p>
          <a:endParaRPr lang="fr-FR"/>
        </a:p>
      </dgm:t>
    </dgm:pt>
  </dgm:ptLst>
  <dgm:cxnLst>
    <dgm:cxn modelId="{357D8B1F-1719-4366-A995-C43CE638F9BB}" type="presOf" srcId="{42CFC585-14F1-4C59-8161-F90686F766F0}" destId="{7AAE63A7-A9AE-4083-8689-982F7A229645}" srcOrd="0" destOrd="0" presId="urn:microsoft.com/office/officeart/2005/8/layout/hProcess9"/>
    <dgm:cxn modelId="{D475E35E-E21F-4BE2-AA2C-A5332D1F5900}" type="presOf" srcId="{7C934B67-2DC6-4813-AA8A-2E3949370792}" destId="{08D8B165-E880-417D-91C4-8F45546C23D4}" srcOrd="0" destOrd="0" presId="urn:microsoft.com/office/officeart/2005/8/layout/hProcess9"/>
    <dgm:cxn modelId="{043CD0D4-481B-4521-84CC-E5F67B6E2A14}" srcId="{82DFE9FE-1687-4528-A3F2-F4F4447223BC}" destId="{42CFC585-14F1-4C59-8161-F90686F766F0}" srcOrd="1" destOrd="0" parTransId="{59ECD96E-8E74-4028-81AF-FDD4B00270AC}" sibTransId="{4257AD2D-465D-450C-95AE-0A314EEDD086}"/>
    <dgm:cxn modelId="{9F72FDFC-12DD-417A-B406-EE941E2706E7}" type="presOf" srcId="{CEF63013-9765-4F45-821F-0EDEE6D7F921}" destId="{4AB895EE-C1F4-43CB-968B-BA42B8605317}" srcOrd="0" destOrd="0" presId="urn:microsoft.com/office/officeart/2005/8/layout/hProcess9"/>
    <dgm:cxn modelId="{856CA523-7958-4213-A316-C4F1AA866A29}" srcId="{82DFE9FE-1687-4528-A3F2-F4F4447223BC}" destId="{B8782A0F-378C-4330-AC2F-7728CF6153FC}" srcOrd="3" destOrd="0" parTransId="{91ED7D48-19FD-4224-986C-D2B4EDC8632E}" sibTransId="{FB55E2AB-7B12-4FC9-AF5F-5F8C8561447F}"/>
    <dgm:cxn modelId="{59338AA1-85BC-43C2-AEFE-868F2408194E}" srcId="{82DFE9FE-1687-4528-A3F2-F4F4447223BC}" destId="{CEF63013-9765-4F45-821F-0EDEE6D7F921}" srcOrd="0" destOrd="0" parTransId="{060EADC0-E8D0-4F1E-ABB3-EE6640017E6D}" sibTransId="{C6A8197A-2CCB-40B9-BD47-D1409980CBFD}"/>
    <dgm:cxn modelId="{A28A41D5-022F-47EF-A345-B90B4542544E}" srcId="{82DFE9FE-1687-4528-A3F2-F4F4447223BC}" destId="{7C934B67-2DC6-4813-AA8A-2E3949370792}" srcOrd="2" destOrd="0" parTransId="{E74239D4-8596-43C4-BBA7-B84B770FB7C8}" sibTransId="{D21A1AEF-6D25-43E9-82DB-1EF8C3E0E045}"/>
    <dgm:cxn modelId="{A27B87C8-AC21-427B-A87E-DD5CE63A4E91}" type="presOf" srcId="{82DFE9FE-1687-4528-A3F2-F4F4447223BC}" destId="{D9FA8967-E7F3-408B-BF2B-70ABFA382E15}" srcOrd="0" destOrd="0" presId="urn:microsoft.com/office/officeart/2005/8/layout/hProcess9"/>
    <dgm:cxn modelId="{4A89D8FB-5C76-4E06-9E56-475BDA9D1C6E}" type="presOf" srcId="{B8782A0F-378C-4330-AC2F-7728CF6153FC}" destId="{3D1E52B4-FA47-47D3-A792-2C71301513A4}" srcOrd="0" destOrd="0" presId="urn:microsoft.com/office/officeart/2005/8/layout/hProcess9"/>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7AC8BCA5-D99B-4759-8671-E5F8F660AFF3}" type="presParOf" srcId="{545BDE8F-985A-4B6C-B5FD-A65F9E8FC166}" destId="{4AB895EE-C1F4-43CB-968B-BA42B8605317}" srcOrd="0" destOrd="0" presId="urn:microsoft.com/office/officeart/2005/8/layout/hProcess9"/>
    <dgm:cxn modelId="{6943000F-C1AA-4BCF-AF47-EE5859C37DC8}" type="presParOf" srcId="{545BDE8F-985A-4B6C-B5FD-A65F9E8FC166}" destId="{A458C540-BCB7-47CE-B02C-F034045DD989}" srcOrd="1" destOrd="0" presId="urn:microsoft.com/office/officeart/2005/8/layout/hProcess9"/>
    <dgm:cxn modelId="{5AFF063B-AAC8-4337-AFB6-0FCD3E5DB091}" type="presParOf" srcId="{545BDE8F-985A-4B6C-B5FD-A65F9E8FC166}" destId="{7AAE63A7-A9AE-4083-8689-982F7A229645}" srcOrd="2" destOrd="0" presId="urn:microsoft.com/office/officeart/2005/8/layout/hProcess9"/>
    <dgm:cxn modelId="{3C408CF5-5445-4EB0-9EEF-13060215D680}" type="presParOf" srcId="{545BDE8F-985A-4B6C-B5FD-A65F9E8FC166}" destId="{E4216668-36B3-4104-9442-A01F9E2966FD}" srcOrd="3" destOrd="0" presId="urn:microsoft.com/office/officeart/2005/8/layout/hProcess9"/>
    <dgm:cxn modelId="{456CACC5-C1F3-4145-A9A0-AB19DECF1154}" type="presParOf" srcId="{545BDE8F-985A-4B6C-B5FD-A65F9E8FC166}" destId="{08D8B165-E880-417D-91C4-8F45546C23D4}" srcOrd="4" destOrd="0" presId="urn:microsoft.com/office/officeart/2005/8/layout/hProcess9"/>
    <dgm:cxn modelId="{12F6B246-AFAE-41B3-B4E6-78A74D5297D2}" type="presParOf" srcId="{545BDE8F-985A-4B6C-B5FD-A65F9E8FC166}" destId="{0BAEFC37-09DF-4B8E-A20C-8B16AFB1FBAC}" srcOrd="5" destOrd="0" presId="urn:microsoft.com/office/officeart/2005/8/layout/hProcess9"/>
    <dgm:cxn modelId="{C0D0918C-F831-4C3F-9C3A-8C57AA5DAF28}" type="presParOf" srcId="{545BDE8F-985A-4B6C-B5FD-A65F9E8FC166}" destId="{3D1E52B4-FA47-47D3-A792-2C71301513A4}"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82DFE9FE-1687-4528-A3F2-F4F4447223BC}"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fr-FR"/>
        </a:p>
      </dgm:t>
    </dgm:pt>
    <dgm:pt modelId="{4C0446D5-37C4-4B06-9391-05CB3A073AC8}">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E65682A9-365F-481E-8845-A1D798186D8B}" type="parTrans" cxnId="{C92AD36F-D376-4AA3-B098-C91A50DAE19E}">
      <dgm:prSet/>
      <dgm:spPr/>
      <dgm:t>
        <a:bodyPr/>
        <a:lstStyle/>
        <a:p>
          <a:endParaRPr lang="fr-FR"/>
        </a:p>
      </dgm:t>
    </dgm:pt>
    <dgm:pt modelId="{B0FD7054-A45D-4E54-9267-C67EE1AEF0DB}" type="sibTrans" cxnId="{C92AD36F-D376-4AA3-B098-C91A50DAE19E}">
      <dgm:prSet/>
      <dgm:spPr/>
      <dgm:t>
        <a:bodyPr/>
        <a:lstStyle/>
        <a:p>
          <a:endParaRPr lang="fr-FR"/>
        </a:p>
      </dgm:t>
    </dgm:pt>
    <dgm:pt modelId="{479A38C8-3574-4B1F-A815-A583A42F0258}">
      <dgm:prSet/>
      <dgm:spPr>
        <a:solidFill>
          <a:schemeClr val="accent1"/>
        </a:solidFill>
      </dgm:spPr>
      <dgm:t>
        <a:bodyPr/>
        <a:lstStyle/>
        <a:p>
          <a:pPr rtl="0"/>
          <a:r>
            <a:rPr lang="fr-CM"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4E1D8F68-824D-41E8-97FA-A163F046C725}" type="parTrans" cxnId="{F6D5C4F1-50B9-426E-8C3C-7D7822A049BE}">
      <dgm:prSet/>
      <dgm:spPr/>
      <dgm:t>
        <a:bodyPr/>
        <a:lstStyle/>
        <a:p>
          <a:endParaRPr lang="fr-FR"/>
        </a:p>
      </dgm:t>
    </dgm:pt>
    <dgm:pt modelId="{CF1C89FC-034D-413D-A242-07EA3B003FB7}" type="sibTrans" cxnId="{F6D5C4F1-50B9-426E-8C3C-7D7822A049BE}">
      <dgm:prSet/>
      <dgm:spPr/>
      <dgm:t>
        <a:bodyPr/>
        <a:lstStyle/>
        <a:p>
          <a:endParaRPr lang="fr-FR"/>
        </a:p>
      </dgm:t>
    </dgm:pt>
    <dgm:pt modelId="{DCCCEE77-5CC7-4196-A83F-6118A634B3FB}">
      <dgm:prSet/>
      <dgm:spPr>
        <a:solidFill>
          <a:schemeClr val="accent1"/>
        </a:solidFill>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Scripts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2BD15845-B120-4858-A86B-BC96214E1EE0}" type="parTrans" cxnId="{D6E7C48F-3106-494D-8A1D-6A91C6288210}">
      <dgm:prSet/>
      <dgm:spPr/>
      <dgm:t>
        <a:bodyPr/>
        <a:lstStyle/>
        <a:p>
          <a:endParaRPr lang="fr-FR"/>
        </a:p>
      </dgm:t>
    </dgm:pt>
    <dgm:pt modelId="{92F4E380-F12D-4896-9792-F73C0A10674B}" type="sibTrans" cxnId="{D6E7C48F-3106-494D-8A1D-6A91C6288210}">
      <dgm:prSet/>
      <dgm:spPr/>
      <dgm:t>
        <a:bodyPr/>
        <a:lstStyle/>
        <a:p>
          <a:endParaRPr lang="fr-FR"/>
        </a:p>
      </dgm:t>
    </dgm:pt>
    <dgm:pt modelId="{7F27417C-CB18-4170-A236-7017DA84EF88}">
      <dgm:prSet/>
      <dgm:spPr>
        <a:solidFill>
          <a:srgbClr val="FF0000"/>
        </a:solidFill>
      </dgm:spPr>
      <dgm:t>
        <a:bodyPr/>
        <a:lstStyle/>
        <a:p>
          <a:pPr rtl="0"/>
          <a:r>
            <a:rPr lang="fr-FR"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dirty="0">
            <a:latin typeface="Century Gothic" panose="020B0502020202020204" pitchFamily="34" charset="0"/>
            <a:ea typeface="Tahoma" panose="020B0604030504040204" pitchFamily="34" charset="0"/>
            <a:cs typeface="Tahoma" panose="020B0604030504040204" pitchFamily="34" charset="0"/>
          </a:endParaRPr>
        </a:p>
      </dgm:t>
    </dgm:pt>
    <dgm:pt modelId="{479F0295-01C1-4A5D-B671-82F60C6023EB}" type="parTrans" cxnId="{75F2EB77-DB76-461D-824E-324312760DF4}">
      <dgm:prSet/>
      <dgm:spPr/>
      <dgm:t>
        <a:bodyPr/>
        <a:lstStyle/>
        <a:p>
          <a:endParaRPr lang="fr-FR"/>
        </a:p>
      </dgm:t>
    </dgm:pt>
    <dgm:pt modelId="{EB815B76-178C-4C4F-B5D8-B5E7D1BD8CF4}" type="sibTrans" cxnId="{75F2EB77-DB76-461D-824E-324312760DF4}">
      <dgm:prSet/>
      <dgm:spPr/>
      <dgm:t>
        <a:bodyPr/>
        <a:lstStyle/>
        <a:p>
          <a:endParaRPr lang="fr-FR"/>
        </a:p>
      </dgm:t>
    </dgm:pt>
    <dgm:pt modelId="{D9FA8967-E7F3-408B-BF2B-70ABFA382E15}" type="pres">
      <dgm:prSet presAssocID="{82DFE9FE-1687-4528-A3F2-F4F4447223BC}" presName="CompostProcess" presStyleCnt="0">
        <dgm:presLayoutVars>
          <dgm:dir/>
          <dgm:resizeHandles val="exact"/>
        </dgm:presLayoutVars>
      </dgm:prSet>
      <dgm:spPr/>
      <dgm:t>
        <a:bodyPr/>
        <a:lstStyle/>
        <a:p>
          <a:endParaRPr lang="fr-FR"/>
        </a:p>
      </dgm:t>
    </dgm:pt>
    <dgm:pt modelId="{0E6DD2BF-2441-42F4-AF73-1B115977F1E9}" type="pres">
      <dgm:prSet presAssocID="{82DFE9FE-1687-4528-A3F2-F4F4447223BC}" presName="arrow" presStyleLbl="bgShp" presStyleIdx="0" presStyleCnt="1"/>
      <dgm:spPr/>
    </dgm:pt>
    <dgm:pt modelId="{545BDE8F-985A-4B6C-B5FD-A65F9E8FC166}" type="pres">
      <dgm:prSet presAssocID="{82DFE9FE-1687-4528-A3F2-F4F4447223BC}" presName="linearProcess" presStyleCnt="0"/>
      <dgm:spPr/>
    </dgm:pt>
    <dgm:pt modelId="{F5777EAB-19ED-4CA7-812E-7412AA54D0BA}" type="pres">
      <dgm:prSet presAssocID="{4C0446D5-37C4-4B06-9391-05CB3A073AC8}" presName="textNode" presStyleLbl="node1" presStyleIdx="0" presStyleCnt="4">
        <dgm:presLayoutVars>
          <dgm:bulletEnabled val="1"/>
        </dgm:presLayoutVars>
      </dgm:prSet>
      <dgm:spPr/>
      <dgm:t>
        <a:bodyPr/>
        <a:lstStyle/>
        <a:p>
          <a:endParaRPr lang="fr-FR"/>
        </a:p>
      </dgm:t>
    </dgm:pt>
    <dgm:pt modelId="{C09F40AF-7A35-4C01-A9BE-AC89794671D9}" type="pres">
      <dgm:prSet presAssocID="{B0FD7054-A45D-4E54-9267-C67EE1AEF0DB}" presName="sibTrans" presStyleCnt="0"/>
      <dgm:spPr/>
    </dgm:pt>
    <dgm:pt modelId="{A17E91FA-ED37-4EA2-B47B-11D546785BC6}" type="pres">
      <dgm:prSet presAssocID="{479A38C8-3574-4B1F-A815-A583A42F0258}" presName="textNode" presStyleLbl="node1" presStyleIdx="1" presStyleCnt="4">
        <dgm:presLayoutVars>
          <dgm:bulletEnabled val="1"/>
        </dgm:presLayoutVars>
      </dgm:prSet>
      <dgm:spPr/>
      <dgm:t>
        <a:bodyPr/>
        <a:lstStyle/>
        <a:p>
          <a:endParaRPr lang="fr-FR"/>
        </a:p>
      </dgm:t>
    </dgm:pt>
    <dgm:pt modelId="{3BA8C002-4A24-4AF1-A9DB-92139E2E78CA}" type="pres">
      <dgm:prSet presAssocID="{CF1C89FC-034D-413D-A242-07EA3B003FB7}" presName="sibTrans" presStyleCnt="0"/>
      <dgm:spPr/>
    </dgm:pt>
    <dgm:pt modelId="{95893FBE-42F8-460F-AF46-03E416CA7714}" type="pres">
      <dgm:prSet presAssocID="{DCCCEE77-5CC7-4196-A83F-6118A634B3FB}" presName="textNode" presStyleLbl="node1" presStyleIdx="2" presStyleCnt="4">
        <dgm:presLayoutVars>
          <dgm:bulletEnabled val="1"/>
        </dgm:presLayoutVars>
      </dgm:prSet>
      <dgm:spPr/>
      <dgm:t>
        <a:bodyPr/>
        <a:lstStyle/>
        <a:p>
          <a:endParaRPr lang="fr-FR"/>
        </a:p>
      </dgm:t>
    </dgm:pt>
    <dgm:pt modelId="{697008DE-A32E-4CCE-A162-4BBE71DFB76F}" type="pres">
      <dgm:prSet presAssocID="{92F4E380-F12D-4896-9792-F73C0A10674B}" presName="sibTrans" presStyleCnt="0"/>
      <dgm:spPr/>
    </dgm:pt>
    <dgm:pt modelId="{D25EB52D-7898-4476-88B0-8F15AF0A6F82}" type="pres">
      <dgm:prSet presAssocID="{7F27417C-CB18-4170-A236-7017DA84EF88}" presName="textNode" presStyleLbl="node1" presStyleIdx="3" presStyleCnt="4">
        <dgm:presLayoutVars>
          <dgm:bulletEnabled val="1"/>
        </dgm:presLayoutVars>
      </dgm:prSet>
      <dgm:spPr/>
      <dgm:t>
        <a:bodyPr/>
        <a:lstStyle/>
        <a:p>
          <a:endParaRPr lang="fr-FR"/>
        </a:p>
      </dgm:t>
    </dgm:pt>
  </dgm:ptLst>
  <dgm:cxnLst>
    <dgm:cxn modelId="{6AE1EC52-ABAD-4DB7-843B-8B748BBEAB2E}" type="presOf" srcId="{7F27417C-CB18-4170-A236-7017DA84EF88}" destId="{D25EB52D-7898-4476-88B0-8F15AF0A6F82}" srcOrd="0" destOrd="0" presId="urn:microsoft.com/office/officeart/2005/8/layout/hProcess9"/>
    <dgm:cxn modelId="{C92AD36F-D376-4AA3-B098-C91A50DAE19E}" srcId="{82DFE9FE-1687-4528-A3F2-F4F4447223BC}" destId="{4C0446D5-37C4-4B06-9391-05CB3A073AC8}" srcOrd="0" destOrd="0" parTransId="{E65682A9-365F-481E-8845-A1D798186D8B}" sibTransId="{B0FD7054-A45D-4E54-9267-C67EE1AEF0DB}"/>
    <dgm:cxn modelId="{DEC6FB29-FEDE-4F96-A32C-27C9CB085183}" type="presOf" srcId="{479A38C8-3574-4B1F-A815-A583A42F0258}" destId="{A17E91FA-ED37-4EA2-B47B-11D546785BC6}" srcOrd="0" destOrd="0" presId="urn:microsoft.com/office/officeart/2005/8/layout/hProcess9"/>
    <dgm:cxn modelId="{A2618AAF-FC03-4E38-984C-4643224882EB}" type="presOf" srcId="{4C0446D5-37C4-4B06-9391-05CB3A073AC8}" destId="{F5777EAB-19ED-4CA7-812E-7412AA54D0BA}" srcOrd="0" destOrd="0" presId="urn:microsoft.com/office/officeart/2005/8/layout/hProcess9"/>
    <dgm:cxn modelId="{F6D5C4F1-50B9-426E-8C3C-7D7822A049BE}" srcId="{82DFE9FE-1687-4528-A3F2-F4F4447223BC}" destId="{479A38C8-3574-4B1F-A815-A583A42F0258}" srcOrd="1" destOrd="0" parTransId="{4E1D8F68-824D-41E8-97FA-A163F046C725}" sibTransId="{CF1C89FC-034D-413D-A242-07EA3B003FB7}"/>
    <dgm:cxn modelId="{75F2EB77-DB76-461D-824E-324312760DF4}" srcId="{82DFE9FE-1687-4528-A3F2-F4F4447223BC}" destId="{7F27417C-CB18-4170-A236-7017DA84EF88}" srcOrd="3" destOrd="0" parTransId="{479F0295-01C1-4A5D-B671-82F60C6023EB}" sibTransId="{EB815B76-178C-4C4F-B5D8-B5E7D1BD8CF4}"/>
    <dgm:cxn modelId="{A27B87C8-AC21-427B-A87E-DD5CE63A4E91}" type="presOf" srcId="{82DFE9FE-1687-4528-A3F2-F4F4447223BC}" destId="{D9FA8967-E7F3-408B-BF2B-70ABFA382E15}" srcOrd="0" destOrd="0" presId="urn:microsoft.com/office/officeart/2005/8/layout/hProcess9"/>
    <dgm:cxn modelId="{226F5829-7254-4B01-8C7D-A14AA17D346E}" type="presOf" srcId="{DCCCEE77-5CC7-4196-A83F-6118A634B3FB}" destId="{95893FBE-42F8-460F-AF46-03E416CA7714}" srcOrd="0" destOrd="0" presId="urn:microsoft.com/office/officeart/2005/8/layout/hProcess9"/>
    <dgm:cxn modelId="{D6E7C48F-3106-494D-8A1D-6A91C6288210}" srcId="{82DFE9FE-1687-4528-A3F2-F4F4447223BC}" destId="{DCCCEE77-5CC7-4196-A83F-6118A634B3FB}" srcOrd="2" destOrd="0" parTransId="{2BD15845-B120-4858-A86B-BC96214E1EE0}" sibTransId="{92F4E380-F12D-4896-9792-F73C0A10674B}"/>
    <dgm:cxn modelId="{24E9CB49-DB09-4B9F-ACA7-7D65CF248969}" type="presParOf" srcId="{D9FA8967-E7F3-408B-BF2B-70ABFA382E15}" destId="{0E6DD2BF-2441-42F4-AF73-1B115977F1E9}" srcOrd="0" destOrd="0" presId="urn:microsoft.com/office/officeart/2005/8/layout/hProcess9"/>
    <dgm:cxn modelId="{896C3592-ED7B-4E14-9F3F-C20D47DA164F}" type="presParOf" srcId="{D9FA8967-E7F3-408B-BF2B-70ABFA382E15}" destId="{545BDE8F-985A-4B6C-B5FD-A65F9E8FC166}" srcOrd="1" destOrd="0" presId="urn:microsoft.com/office/officeart/2005/8/layout/hProcess9"/>
    <dgm:cxn modelId="{EC8C5163-3C6A-48FC-AC95-BD2F15D04FFC}" type="presParOf" srcId="{545BDE8F-985A-4B6C-B5FD-A65F9E8FC166}" destId="{F5777EAB-19ED-4CA7-812E-7412AA54D0BA}" srcOrd="0" destOrd="0" presId="urn:microsoft.com/office/officeart/2005/8/layout/hProcess9"/>
    <dgm:cxn modelId="{E5986BD6-F591-4C45-9918-254607B8373C}" type="presParOf" srcId="{545BDE8F-985A-4B6C-B5FD-A65F9E8FC166}" destId="{C09F40AF-7A35-4C01-A9BE-AC89794671D9}" srcOrd="1" destOrd="0" presId="urn:microsoft.com/office/officeart/2005/8/layout/hProcess9"/>
    <dgm:cxn modelId="{7CBDE3FC-B34C-4FD2-B9AC-FCF42B479B35}" type="presParOf" srcId="{545BDE8F-985A-4B6C-B5FD-A65F9E8FC166}" destId="{A17E91FA-ED37-4EA2-B47B-11D546785BC6}" srcOrd="2" destOrd="0" presId="urn:microsoft.com/office/officeart/2005/8/layout/hProcess9"/>
    <dgm:cxn modelId="{352A5B3E-37D8-4B97-8DB6-A406C266E536}" type="presParOf" srcId="{545BDE8F-985A-4B6C-B5FD-A65F9E8FC166}" destId="{3BA8C002-4A24-4AF1-A9DB-92139E2E78CA}" srcOrd="3" destOrd="0" presId="urn:microsoft.com/office/officeart/2005/8/layout/hProcess9"/>
    <dgm:cxn modelId="{50AFA52C-94EF-440C-A156-F7778A38A800}" type="presParOf" srcId="{545BDE8F-985A-4B6C-B5FD-A65F9E8FC166}" destId="{95893FBE-42F8-460F-AF46-03E416CA7714}" srcOrd="4" destOrd="0" presId="urn:microsoft.com/office/officeart/2005/8/layout/hProcess9"/>
    <dgm:cxn modelId="{4F283223-BC05-44CA-A5B7-4FF6D0DE1BAB}" type="presParOf" srcId="{545BDE8F-985A-4B6C-B5FD-A65F9E8FC166}" destId="{697008DE-A32E-4CCE-A162-4BBE71DFB76F}" srcOrd="5" destOrd="0" presId="urn:microsoft.com/office/officeart/2005/8/layout/hProcess9"/>
    <dgm:cxn modelId="{959DDDFD-028E-4C34-808E-858AD51416B7}" type="presParOf" srcId="{545BDE8F-985A-4B6C-B5FD-A65F9E8FC166}" destId="{D25EB52D-7898-4476-88B0-8F15AF0A6F8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D096F-DA64-4B84-A179-698BB610F53D}">
      <dsp:nvSpPr>
        <dsp:cNvPr id="0" name=""/>
        <dsp:cNvSpPr/>
      </dsp:nvSpPr>
      <dsp:spPr>
        <a:xfrm>
          <a:off x="-4497379" y="-674509"/>
          <a:ext cx="5357639" cy="5357639"/>
        </a:xfrm>
        <a:prstGeom prst="blockArc">
          <a:avLst>
            <a:gd name="adj1" fmla="val 18900000"/>
            <a:gd name="adj2" fmla="val 2700000"/>
            <a:gd name="adj3" fmla="val 403"/>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16C64-ACE6-4134-B185-4443553EFA71}">
      <dsp:nvSpPr>
        <dsp:cNvPr id="0" name=""/>
        <dsp:cNvSpPr/>
      </dsp:nvSpPr>
      <dsp:spPr>
        <a:xfrm>
          <a:off x="553255" y="65599"/>
          <a:ext cx="6078190" cy="149043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just" defTabSz="622300">
            <a:lnSpc>
              <a:spcPct val="90000"/>
            </a:lnSpc>
            <a:spcBef>
              <a:spcPct val="0"/>
            </a:spcBef>
            <a:spcAft>
              <a:spcPct val="35000"/>
            </a:spcAft>
          </a:pPr>
          <a:r>
            <a:rPr lang="fr-FR" sz="1400" kern="1200" dirty="0" smtClean="0"/>
            <a:t>Le déploiement et la gestion d'applications ont été profondément transformés par l'avènement de la </a:t>
          </a:r>
          <a:r>
            <a:rPr lang="fr-FR" sz="1400" b="1" kern="1200" dirty="0" smtClean="0"/>
            <a:t>conteneurisation</a:t>
          </a:r>
          <a:r>
            <a:rPr lang="fr-FR" sz="1400" kern="1200" dirty="0" smtClean="0"/>
            <a:t> (notamment avec </a:t>
          </a:r>
          <a:r>
            <a:rPr lang="fr-FR" sz="1400" b="1" kern="1200" dirty="0" smtClean="0"/>
            <a:t>Docker</a:t>
          </a:r>
          <a:r>
            <a:rPr lang="fr-FR" sz="1400" kern="1200" dirty="0" smtClean="0"/>
            <a:t>) et de l'</a:t>
          </a:r>
          <a:r>
            <a:rPr lang="fr-FR" sz="1400" b="1" kern="1200" dirty="0" smtClean="0"/>
            <a:t>orchestration</a:t>
          </a:r>
          <a:r>
            <a:rPr lang="fr-FR" sz="1400" kern="1200" dirty="0" smtClean="0"/>
            <a:t> (avec </a:t>
          </a:r>
          <a:r>
            <a:rPr lang="fr-FR" sz="1400" b="1" kern="1200" dirty="0" err="1" smtClean="0"/>
            <a:t>Kubernetes</a:t>
          </a:r>
          <a:r>
            <a:rPr lang="fr-FR" sz="1400" kern="1200" dirty="0" smtClean="0"/>
            <a:t>). Ces technologies offrent des avantages indéniables en terme de portabilité, de </a:t>
          </a:r>
          <a:r>
            <a:rPr lang="fr-FR" sz="1400" kern="1200" dirty="0" err="1" smtClean="0"/>
            <a:t>scalabilité</a:t>
          </a:r>
          <a:r>
            <a:rPr lang="fr-FR" sz="1400" kern="1200" dirty="0" smtClean="0"/>
            <a:t>, d'isolation et d'efficacité des ressources.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53255" y="65599"/>
        <a:ext cx="6078190" cy="1490439"/>
      </dsp:txXfrm>
    </dsp:sp>
    <dsp:sp modelId="{B5CDC7D1-69AA-40BC-84B5-4B81EE15BD4F}">
      <dsp:nvSpPr>
        <dsp:cNvPr id="0" name=""/>
        <dsp:cNvSpPr/>
      </dsp:nvSpPr>
      <dsp:spPr>
        <a:xfrm>
          <a:off x="55968" y="313531"/>
          <a:ext cx="994575" cy="994575"/>
        </a:xfrm>
        <a:prstGeom prst="ellipse">
          <a:avLst/>
        </a:prstGeom>
        <a:solidFill>
          <a:schemeClr val="accent2"/>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3178DEF4-6340-4FBD-95F7-65BCDB2AE1F3}">
      <dsp:nvSpPr>
        <dsp:cNvPr id="0" name=""/>
        <dsp:cNvSpPr/>
      </dsp:nvSpPr>
      <dsp:spPr>
        <a:xfrm>
          <a:off x="842478" y="1585084"/>
          <a:ext cx="5788968" cy="96244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40640" rIns="40640" bIns="40640" numCol="1" spcCol="1270" anchor="ctr" anchorCtr="0">
          <a:noAutofit/>
        </a:bodyPr>
        <a:lstStyle/>
        <a:p>
          <a:pPr lvl="0" algn="l" defTabSz="711200">
            <a:lnSpc>
              <a:spcPct val="90000"/>
            </a:lnSpc>
            <a:spcBef>
              <a:spcPct val="0"/>
            </a:spcBef>
            <a:spcAft>
              <a:spcPct val="35000"/>
            </a:spcAft>
          </a:pPr>
          <a:r>
            <a:rPr lang="fr-FR" sz="1600" kern="1200" dirty="0" smtClean="0"/>
            <a:t>Cependant, le passage des applications web existantes, souvent conçues avec des architectures monolithiques et des dépendances complexes, vers cet environnement conteneurisé représente un défi significatif. </a:t>
          </a:r>
          <a:endParaRPr lang="fr-FR" sz="1600" kern="1200" dirty="0">
            <a:latin typeface="Century Gothic" panose="020B0502020202020204" pitchFamily="34" charset="0"/>
          </a:endParaRPr>
        </a:p>
      </dsp:txBody>
      <dsp:txXfrm>
        <a:off x="842478" y="1585084"/>
        <a:ext cx="5788968" cy="962446"/>
      </dsp:txXfrm>
    </dsp:sp>
    <dsp:sp modelId="{3E4B33B9-75EF-4867-9D98-362146DB4B6F}">
      <dsp:nvSpPr>
        <dsp:cNvPr id="0" name=""/>
        <dsp:cNvSpPr/>
      </dsp:nvSpPr>
      <dsp:spPr>
        <a:xfrm>
          <a:off x="345190" y="1507022"/>
          <a:ext cx="994575" cy="994575"/>
        </a:xfrm>
        <a:prstGeom prst="ellipse">
          <a:avLst/>
        </a:prstGeom>
        <a:solidFill>
          <a:srgbClr val="FF00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7357D7D4-E90A-48B7-AF57-504F87486D06}">
      <dsp:nvSpPr>
        <dsp:cNvPr id="0" name=""/>
        <dsp:cNvSpPr/>
      </dsp:nvSpPr>
      <dsp:spPr>
        <a:xfrm>
          <a:off x="553255" y="2577555"/>
          <a:ext cx="6078190" cy="124049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40640" rIns="40640" bIns="40640" numCol="1" spcCol="1270" anchor="ctr" anchorCtr="0">
          <a:noAutofit/>
        </a:bodyPr>
        <a:lstStyle/>
        <a:p>
          <a:pPr lvl="0" algn="l" defTabSz="711200">
            <a:lnSpc>
              <a:spcPct val="90000"/>
            </a:lnSpc>
            <a:spcBef>
              <a:spcPct val="0"/>
            </a:spcBef>
            <a:spcAft>
              <a:spcPct val="35000"/>
            </a:spcAft>
          </a:pPr>
          <a:r>
            <a:rPr lang="fr-FR" sz="1600" kern="1200" dirty="0" smtClean="0"/>
            <a:t>Au Cameroun, la migration des applications web existantes demeure un défi majeur pour de nombreuses entités publiques, parapublique</a:t>
          </a:r>
          <a:r>
            <a:rPr lang="fr-CM" sz="1600" kern="1200" dirty="0" smtClean="0"/>
            <a:t>s </a:t>
          </a:r>
          <a:r>
            <a:rPr lang="fr-FR" sz="1600" kern="1200" dirty="0" smtClean="0"/>
            <a:t>et privée</a:t>
          </a:r>
          <a:r>
            <a:rPr lang="fr-CM" sz="1600" kern="1200" dirty="0" smtClean="0"/>
            <a:t>s</a:t>
          </a:r>
          <a:endParaRPr lang="fr-FR" sz="1600" kern="1200" dirty="0">
            <a:latin typeface="Century Gothic" panose="020B0502020202020204" pitchFamily="34" charset="0"/>
          </a:endParaRPr>
        </a:p>
      </dsp:txBody>
      <dsp:txXfrm>
        <a:off x="553255" y="2577555"/>
        <a:ext cx="6078190" cy="1240490"/>
      </dsp:txXfrm>
    </dsp:sp>
    <dsp:sp modelId="{8707A585-70F5-4A07-89D9-BE213FFFD9AC}">
      <dsp:nvSpPr>
        <dsp:cNvPr id="0" name=""/>
        <dsp:cNvSpPr/>
      </dsp:nvSpPr>
      <dsp:spPr>
        <a:xfrm>
          <a:off x="55968" y="2700513"/>
          <a:ext cx="994575" cy="994575"/>
        </a:xfrm>
        <a:prstGeom prst="ellipse">
          <a:avLst/>
        </a:prstGeom>
        <a:solidFill>
          <a:srgbClr val="FFFF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D096F-DA64-4B84-A179-698BB610F53D}">
      <dsp:nvSpPr>
        <dsp:cNvPr id="0" name=""/>
        <dsp:cNvSpPr/>
      </dsp:nvSpPr>
      <dsp:spPr>
        <a:xfrm>
          <a:off x="-4497379" y="-674509"/>
          <a:ext cx="5357639" cy="5357639"/>
        </a:xfrm>
        <a:prstGeom prst="blockArc">
          <a:avLst>
            <a:gd name="adj1" fmla="val 18900000"/>
            <a:gd name="adj2" fmla="val 2700000"/>
            <a:gd name="adj3" fmla="val 403"/>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16C64-ACE6-4134-B185-4443553EFA71}">
      <dsp:nvSpPr>
        <dsp:cNvPr id="0" name=""/>
        <dsp:cNvSpPr/>
      </dsp:nvSpPr>
      <dsp:spPr>
        <a:xfrm>
          <a:off x="553255" y="65599"/>
          <a:ext cx="6078190" cy="149043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just" defTabSz="622300">
            <a:lnSpc>
              <a:spcPct val="90000"/>
            </a:lnSpc>
            <a:spcBef>
              <a:spcPct val="0"/>
            </a:spcBef>
            <a:spcAft>
              <a:spcPct val="35000"/>
            </a:spcAft>
          </a:pPr>
          <a:r>
            <a:rPr lang="fr-FR" sz="1400" kern="1200" dirty="0" smtClean="0"/>
            <a:t>Le déploiement et la gestion d'applications ont été profondément transformés par l'avènement de la </a:t>
          </a:r>
          <a:r>
            <a:rPr lang="fr-FR" sz="1400" b="1" kern="1200" dirty="0" smtClean="0"/>
            <a:t>conteneurisation</a:t>
          </a:r>
          <a:r>
            <a:rPr lang="fr-FR" sz="1400" kern="1200" dirty="0" smtClean="0"/>
            <a:t> (notamment avec </a:t>
          </a:r>
          <a:r>
            <a:rPr lang="fr-FR" sz="1400" b="1" kern="1200" dirty="0" smtClean="0"/>
            <a:t>Docker</a:t>
          </a:r>
          <a:r>
            <a:rPr lang="fr-FR" sz="1400" kern="1200" dirty="0" smtClean="0"/>
            <a:t>) et de l'</a:t>
          </a:r>
          <a:r>
            <a:rPr lang="fr-FR" sz="1400" b="1" kern="1200" dirty="0" smtClean="0"/>
            <a:t>orchestration</a:t>
          </a:r>
          <a:r>
            <a:rPr lang="fr-FR" sz="1400" kern="1200" dirty="0" smtClean="0"/>
            <a:t> (avec </a:t>
          </a:r>
          <a:r>
            <a:rPr lang="fr-FR" sz="1400" b="1" kern="1200" dirty="0" err="1" smtClean="0"/>
            <a:t>Kubernetes</a:t>
          </a:r>
          <a:r>
            <a:rPr lang="fr-FR" sz="1400" kern="1200" dirty="0" smtClean="0"/>
            <a:t>). Ces technologies offrent des avantages indéniables en terme de portabilité, de </a:t>
          </a:r>
          <a:r>
            <a:rPr lang="fr-FR" sz="1400" kern="1200" dirty="0" err="1" smtClean="0"/>
            <a:t>scalabilité</a:t>
          </a:r>
          <a:r>
            <a:rPr lang="fr-FR" sz="1400" kern="1200" dirty="0" smtClean="0"/>
            <a:t>, d'isolation et d'efficacité des ressources.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53255" y="65599"/>
        <a:ext cx="6078190" cy="1490439"/>
      </dsp:txXfrm>
    </dsp:sp>
    <dsp:sp modelId="{B5CDC7D1-69AA-40BC-84B5-4B81EE15BD4F}">
      <dsp:nvSpPr>
        <dsp:cNvPr id="0" name=""/>
        <dsp:cNvSpPr/>
      </dsp:nvSpPr>
      <dsp:spPr>
        <a:xfrm>
          <a:off x="55968" y="313531"/>
          <a:ext cx="994575" cy="994575"/>
        </a:xfrm>
        <a:prstGeom prst="ellipse">
          <a:avLst/>
        </a:prstGeom>
        <a:solidFill>
          <a:schemeClr val="accent2"/>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3178DEF4-6340-4FBD-95F7-65BCDB2AE1F3}">
      <dsp:nvSpPr>
        <dsp:cNvPr id="0" name=""/>
        <dsp:cNvSpPr/>
      </dsp:nvSpPr>
      <dsp:spPr>
        <a:xfrm>
          <a:off x="842478" y="1585084"/>
          <a:ext cx="5788968" cy="96244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40640" rIns="40640" bIns="40640" numCol="1" spcCol="1270" anchor="ctr" anchorCtr="0">
          <a:noAutofit/>
        </a:bodyPr>
        <a:lstStyle/>
        <a:p>
          <a:pPr lvl="0" algn="l" defTabSz="711200">
            <a:lnSpc>
              <a:spcPct val="90000"/>
            </a:lnSpc>
            <a:spcBef>
              <a:spcPct val="0"/>
            </a:spcBef>
            <a:spcAft>
              <a:spcPct val="35000"/>
            </a:spcAft>
          </a:pPr>
          <a:r>
            <a:rPr lang="fr-FR" sz="1600" kern="1200" dirty="0" smtClean="0"/>
            <a:t>Cependant, le passage des applications web existantes, souvent conçues avec des architectures monolithiques et des dépendances complexes, vers cet environnement conteneurisé représente un défi significatif. </a:t>
          </a:r>
          <a:endParaRPr lang="fr-FR" sz="1600" kern="1200" dirty="0">
            <a:latin typeface="Century Gothic" panose="020B0502020202020204" pitchFamily="34" charset="0"/>
          </a:endParaRPr>
        </a:p>
      </dsp:txBody>
      <dsp:txXfrm>
        <a:off x="842478" y="1585084"/>
        <a:ext cx="5788968" cy="962446"/>
      </dsp:txXfrm>
    </dsp:sp>
    <dsp:sp modelId="{3E4B33B9-75EF-4867-9D98-362146DB4B6F}">
      <dsp:nvSpPr>
        <dsp:cNvPr id="0" name=""/>
        <dsp:cNvSpPr/>
      </dsp:nvSpPr>
      <dsp:spPr>
        <a:xfrm>
          <a:off x="345190" y="1507022"/>
          <a:ext cx="994575" cy="994575"/>
        </a:xfrm>
        <a:prstGeom prst="ellipse">
          <a:avLst/>
        </a:prstGeom>
        <a:solidFill>
          <a:srgbClr val="FF00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7357D7D4-E90A-48B7-AF57-504F87486D06}">
      <dsp:nvSpPr>
        <dsp:cNvPr id="0" name=""/>
        <dsp:cNvSpPr/>
      </dsp:nvSpPr>
      <dsp:spPr>
        <a:xfrm>
          <a:off x="553255" y="2577555"/>
          <a:ext cx="6078190" cy="124049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40640" rIns="40640" bIns="40640" numCol="1" spcCol="1270" anchor="ctr" anchorCtr="0">
          <a:noAutofit/>
        </a:bodyPr>
        <a:lstStyle/>
        <a:p>
          <a:pPr lvl="0" algn="l" defTabSz="711200">
            <a:lnSpc>
              <a:spcPct val="90000"/>
            </a:lnSpc>
            <a:spcBef>
              <a:spcPct val="0"/>
            </a:spcBef>
            <a:spcAft>
              <a:spcPct val="35000"/>
            </a:spcAft>
          </a:pPr>
          <a:r>
            <a:rPr lang="fr-FR" sz="1600" kern="1200" dirty="0" smtClean="0"/>
            <a:t>Au Cameroun, la migration des applications web existantes demeure un défi majeur pour de nombreuses entités publiques, parapublique</a:t>
          </a:r>
          <a:r>
            <a:rPr lang="fr-CM" sz="1600" kern="1200" dirty="0" smtClean="0"/>
            <a:t>s </a:t>
          </a:r>
          <a:r>
            <a:rPr lang="fr-FR" sz="1600" kern="1200" dirty="0" smtClean="0"/>
            <a:t>et privée</a:t>
          </a:r>
          <a:r>
            <a:rPr lang="fr-CM" sz="1600" kern="1200" dirty="0" smtClean="0"/>
            <a:t>s</a:t>
          </a:r>
          <a:endParaRPr lang="fr-FR" sz="1600" kern="1200" dirty="0">
            <a:latin typeface="Century Gothic" panose="020B0502020202020204" pitchFamily="34" charset="0"/>
          </a:endParaRPr>
        </a:p>
      </dsp:txBody>
      <dsp:txXfrm>
        <a:off x="553255" y="2577555"/>
        <a:ext cx="6078190" cy="1240490"/>
      </dsp:txXfrm>
    </dsp:sp>
    <dsp:sp modelId="{8707A585-70F5-4A07-89D9-BE213FFFD9AC}">
      <dsp:nvSpPr>
        <dsp:cNvPr id="0" name=""/>
        <dsp:cNvSpPr/>
      </dsp:nvSpPr>
      <dsp:spPr>
        <a:xfrm>
          <a:off x="55968" y="2700513"/>
          <a:ext cx="994575" cy="994575"/>
        </a:xfrm>
        <a:prstGeom prst="ellipse">
          <a:avLst/>
        </a:prstGeom>
        <a:solidFill>
          <a:srgbClr val="FFFF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968" y="640079"/>
          <a:ext cx="2870689"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629" y="681740"/>
        <a:ext cx="2787367" cy="770117"/>
      </dsp:txXfrm>
    </dsp:sp>
    <dsp:sp modelId="{ED44B01C-63A9-44B9-BA7A-DE76B70BE5A4}">
      <dsp:nvSpPr>
        <dsp:cNvPr id="0" name=""/>
        <dsp:cNvSpPr/>
      </dsp:nvSpPr>
      <dsp:spPr>
        <a:xfrm>
          <a:off x="3020192"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É</a:t>
          </a:r>
          <a:r>
            <a:rPr lang="fr-CM" sz="1900" kern="1200" dirty="0" smtClean="0">
              <a:latin typeface="Century Gothic" panose="020B0502020202020204" pitchFamily="34" charset="0"/>
              <a:ea typeface="Tahoma" panose="020B0604030504040204" pitchFamily="34" charset="0"/>
              <a:cs typeface="Tahoma" panose="020B0604030504040204" pitchFamily="34" charset="0"/>
            </a:rPr>
            <a:t>tat actuel de la mise en œuvre du projet</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1853" y="681740"/>
        <a:ext cx="2787367" cy="770117"/>
      </dsp:txXfrm>
    </dsp:sp>
    <dsp:sp modelId="{528D78F8-ADD5-4974-AB5A-621368C1BFAD}">
      <dsp:nvSpPr>
        <dsp:cNvPr id="0" name=""/>
        <dsp:cNvSpPr/>
      </dsp:nvSpPr>
      <dsp:spPr>
        <a:xfrm>
          <a:off x="6034417"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CM" sz="19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76078" y="681740"/>
        <a:ext cx="2787367" cy="770117"/>
      </dsp:txXfrm>
    </dsp:sp>
    <dsp:sp modelId="{4BA9EBD1-9D81-44EF-9CD6-6FFA3300A5D2}">
      <dsp:nvSpPr>
        <dsp:cNvPr id="0" name=""/>
        <dsp:cNvSpPr/>
      </dsp:nvSpPr>
      <dsp:spPr>
        <a:xfrm>
          <a:off x="9048641" y="640079"/>
          <a:ext cx="2870689"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r-FR" sz="19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1900" kern="1200" dirty="0">
            <a:latin typeface="Century Gothic" panose="020B0502020202020204" pitchFamily="34" charset="0"/>
            <a:ea typeface="Tahoma" panose="020B0604030504040204" pitchFamily="34" charset="0"/>
            <a:cs typeface="Tahoma" panose="020B0604030504040204" pitchFamily="34" charset="0"/>
          </a:endParaRPr>
        </a:p>
      </dsp:txBody>
      <dsp:txXfrm>
        <a:off x="9090302" y="681740"/>
        <a:ext cx="2787367" cy="7701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D096F-DA64-4B84-A179-698BB610F53D}">
      <dsp:nvSpPr>
        <dsp:cNvPr id="0" name=""/>
        <dsp:cNvSpPr/>
      </dsp:nvSpPr>
      <dsp:spPr>
        <a:xfrm>
          <a:off x="-4497379" y="-689668"/>
          <a:ext cx="5357639" cy="5357639"/>
        </a:xfrm>
        <a:prstGeom prst="blockArc">
          <a:avLst>
            <a:gd name="adj1" fmla="val 18900000"/>
            <a:gd name="adj2" fmla="val 2700000"/>
            <a:gd name="adj3" fmla="val 403"/>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16C64-ACE6-4134-B185-4443553EFA71}">
      <dsp:nvSpPr>
        <dsp:cNvPr id="0" name=""/>
        <dsp:cNvSpPr/>
      </dsp:nvSpPr>
      <dsp:spPr>
        <a:xfrm>
          <a:off x="553255" y="50440"/>
          <a:ext cx="6078190" cy="131412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l" defTabSz="622300">
            <a:lnSpc>
              <a:spcPct val="90000"/>
            </a:lnSpc>
            <a:spcBef>
              <a:spcPct val="0"/>
            </a:spcBef>
            <a:spcAft>
              <a:spcPct val="35000"/>
            </a:spcAft>
          </a:pPr>
          <a:r>
            <a:rPr lang="fr-FR" sz="1400" kern="1200" dirty="0" smtClean="0">
              <a:solidFill>
                <a:schemeClr val="bg1"/>
              </a:solidFill>
              <a:effectLst/>
              <a:latin typeface="+mn-lt"/>
              <a:ea typeface="+mn-ea"/>
              <a:cs typeface="+mn-cs"/>
            </a:rPr>
            <a:t>Bien qu’il existe des outils comme « Docker » pour assurer cette migration et malgré les avantages indéniables offerts par la conteneurisation, ces entreprises peinent à effectuer cette transition par manque d’expertise </a:t>
          </a:r>
          <a:r>
            <a:rPr lang="fr-FR" sz="1400" kern="1200" dirty="0" err="1" smtClean="0">
              <a:solidFill>
                <a:schemeClr val="bg1"/>
              </a:solidFill>
              <a:effectLst/>
              <a:latin typeface="+mn-lt"/>
              <a:ea typeface="+mn-ea"/>
              <a:cs typeface="+mn-cs"/>
            </a:rPr>
            <a:t>DevOps</a:t>
          </a:r>
          <a:r>
            <a:rPr lang="fr-FR" sz="1400" kern="1200" dirty="0" smtClean="0">
              <a:solidFill>
                <a:schemeClr val="tx1"/>
              </a:solidFill>
              <a:effectLst/>
              <a:latin typeface="+mn-lt"/>
              <a:ea typeface="+mn-ea"/>
              <a:cs typeface="+mn-cs"/>
            </a:rPr>
            <a:t>. </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53255" y="50440"/>
        <a:ext cx="6078190" cy="1314121"/>
      </dsp:txXfrm>
    </dsp:sp>
    <dsp:sp modelId="{B5CDC7D1-69AA-40BC-84B5-4B81EE15BD4F}">
      <dsp:nvSpPr>
        <dsp:cNvPr id="0" name=""/>
        <dsp:cNvSpPr/>
      </dsp:nvSpPr>
      <dsp:spPr>
        <a:xfrm>
          <a:off x="55968" y="298372"/>
          <a:ext cx="994575" cy="994575"/>
        </a:xfrm>
        <a:prstGeom prst="ellipse">
          <a:avLst/>
        </a:prstGeom>
        <a:solidFill>
          <a:schemeClr val="accent2"/>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3178DEF4-6340-4FBD-95F7-65BCDB2AE1F3}">
      <dsp:nvSpPr>
        <dsp:cNvPr id="0" name=""/>
        <dsp:cNvSpPr/>
      </dsp:nvSpPr>
      <dsp:spPr>
        <a:xfrm>
          <a:off x="842478" y="1369280"/>
          <a:ext cx="5788968" cy="143810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l" defTabSz="622300">
            <a:lnSpc>
              <a:spcPct val="90000"/>
            </a:lnSpc>
            <a:spcBef>
              <a:spcPct val="0"/>
            </a:spcBef>
            <a:spcAft>
              <a:spcPct val="35000"/>
            </a:spcAft>
          </a:pPr>
          <a:r>
            <a:rPr lang="fr-FR" sz="1400" kern="1200" dirty="0" smtClean="0"/>
            <a:t>Le choix de ce thème se justifie pour plusieurs raisons à savoir :</a:t>
          </a:r>
          <a:endParaRPr lang="en-US" sz="1400" kern="1200" dirty="0" smtClean="0"/>
        </a:p>
        <a:p>
          <a:pPr lvl="0" algn="l" defTabSz="622300">
            <a:lnSpc>
              <a:spcPct val="90000"/>
            </a:lnSpc>
            <a:spcBef>
              <a:spcPct val="0"/>
            </a:spcBef>
            <a:spcAft>
              <a:spcPct val="35000"/>
            </a:spcAft>
          </a:pPr>
          <a:r>
            <a:rPr lang="fr-FR" sz="1200" b="1" kern="1200" dirty="0" smtClean="0"/>
            <a:t>Actualité technologique :</a:t>
          </a:r>
          <a:r>
            <a:rPr lang="fr-FR" sz="1200" kern="1200" dirty="0" smtClean="0"/>
            <a:t> La conteneurisation est au cœur des architectures logicielles modernes (</a:t>
          </a:r>
          <a:r>
            <a:rPr lang="fr-FR" sz="1200" kern="1200" dirty="0" err="1" smtClean="0"/>
            <a:t>DevOps</a:t>
          </a:r>
          <a:r>
            <a:rPr lang="fr-FR" sz="1200" kern="1200" dirty="0" smtClean="0"/>
            <a:t>, Cloud-Native).</a:t>
          </a:r>
        </a:p>
        <a:p>
          <a:pPr lvl="0" algn="l" defTabSz="622300">
            <a:lnSpc>
              <a:spcPct val="90000"/>
            </a:lnSpc>
            <a:spcBef>
              <a:spcPct val="0"/>
            </a:spcBef>
            <a:spcAft>
              <a:spcPct val="35000"/>
            </a:spcAft>
          </a:pPr>
          <a:r>
            <a:rPr lang="fr-FR" sz="1200" b="1" kern="1200" dirty="0" smtClean="0"/>
            <a:t>Demande du marché :</a:t>
          </a:r>
          <a:r>
            <a:rPr lang="fr-FR" sz="1200" kern="1200" dirty="0" smtClean="0"/>
            <a:t> Les entreprises cherchent activement des experts capables de gérer la transition vers des environnements conteneurisés.</a:t>
          </a:r>
          <a:endParaRPr lang="fr-FR" sz="1200" kern="1200" dirty="0">
            <a:latin typeface="Century Gothic" panose="020B0502020202020204" pitchFamily="34" charset="0"/>
          </a:endParaRPr>
        </a:p>
      </dsp:txBody>
      <dsp:txXfrm>
        <a:off x="842478" y="1369280"/>
        <a:ext cx="5788968" cy="1438100"/>
      </dsp:txXfrm>
    </dsp:sp>
    <dsp:sp modelId="{3E4B33B9-75EF-4867-9D98-362146DB4B6F}">
      <dsp:nvSpPr>
        <dsp:cNvPr id="0" name=""/>
        <dsp:cNvSpPr/>
      </dsp:nvSpPr>
      <dsp:spPr>
        <a:xfrm>
          <a:off x="345190" y="1491863"/>
          <a:ext cx="994575" cy="994575"/>
        </a:xfrm>
        <a:prstGeom prst="ellipse">
          <a:avLst/>
        </a:prstGeom>
        <a:solidFill>
          <a:srgbClr val="FF00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7357D7D4-E90A-48B7-AF57-504F87486D06}">
      <dsp:nvSpPr>
        <dsp:cNvPr id="0" name=""/>
        <dsp:cNvSpPr/>
      </dsp:nvSpPr>
      <dsp:spPr>
        <a:xfrm>
          <a:off x="553255" y="2695662"/>
          <a:ext cx="6078190" cy="9739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l" defTabSz="622300">
            <a:lnSpc>
              <a:spcPct val="90000"/>
            </a:lnSpc>
            <a:spcBef>
              <a:spcPct val="0"/>
            </a:spcBef>
            <a:spcAft>
              <a:spcPct val="35000"/>
            </a:spcAft>
          </a:pPr>
          <a:r>
            <a:rPr lang="fr-FR" sz="1400" kern="1200" dirty="0" smtClean="0"/>
            <a:t>C’est dans cet ordre d’idée que nous nous sommes intéressés à informatiser une solution pour permettre à toutes les structures souhaitant accélérer la transition vers des architectures modernes sans nécessité de compétences </a:t>
          </a:r>
          <a:r>
            <a:rPr lang="fr-FR" sz="1400" kern="1200" dirty="0" err="1" smtClean="0"/>
            <a:t>DevOps</a:t>
          </a:r>
          <a:r>
            <a:rPr lang="fr-FR" sz="1400" kern="1200" dirty="0" smtClean="0"/>
            <a:t>.</a:t>
          </a:r>
          <a:endParaRPr lang="fr-FR" sz="1400" kern="1200" dirty="0">
            <a:latin typeface="Century Gothic" panose="020B0502020202020204" pitchFamily="34" charset="0"/>
          </a:endParaRPr>
        </a:p>
      </dsp:txBody>
      <dsp:txXfrm>
        <a:off x="553255" y="2695662"/>
        <a:ext cx="6078190" cy="973960"/>
      </dsp:txXfrm>
    </dsp:sp>
    <dsp:sp modelId="{8707A585-70F5-4A07-89D9-BE213FFFD9AC}">
      <dsp:nvSpPr>
        <dsp:cNvPr id="0" name=""/>
        <dsp:cNvSpPr/>
      </dsp:nvSpPr>
      <dsp:spPr>
        <a:xfrm>
          <a:off x="55968" y="2685354"/>
          <a:ext cx="994575" cy="994575"/>
        </a:xfrm>
        <a:prstGeom prst="ellipse">
          <a:avLst/>
        </a:prstGeom>
        <a:solidFill>
          <a:srgbClr val="FFFF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2329" y="640079"/>
          <a:ext cx="2793900" cy="853439"/>
        </a:xfrm>
        <a:prstGeom prst="roundRect">
          <a:avLst/>
        </a:prstGeom>
        <a:solidFill>
          <a:schemeClr val="accent2">
            <a:lumMod val="5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3990" y="681740"/>
        <a:ext cx="2710578" cy="770117"/>
      </dsp:txXfrm>
    </dsp:sp>
    <dsp:sp modelId="{ED44B01C-63A9-44B9-BA7A-DE76B70BE5A4}">
      <dsp:nvSpPr>
        <dsp:cNvPr id="0" name=""/>
        <dsp:cNvSpPr/>
      </dsp:nvSpPr>
      <dsp:spPr>
        <a:xfrm>
          <a:off x="3044576" y="640079"/>
          <a:ext cx="2793900"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Problématique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86237" y="681740"/>
        <a:ext cx="2710578" cy="770117"/>
      </dsp:txXfrm>
    </dsp:sp>
    <dsp:sp modelId="{528D78F8-ADD5-4974-AB5A-621368C1BFAD}">
      <dsp:nvSpPr>
        <dsp:cNvPr id="0" name=""/>
        <dsp:cNvSpPr/>
      </dsp:nvSpPr>
      <dsp:spPr>
        <a:xfrm>
          <a:off x="6086823" y="640079"/>
          <a:ext cx="2793900"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28484" y="681740"/>
        <a:ext cx="2710578" cy="770117"/>
      </dsp:txXfrm>
    </dsp:sp>
    <dsp:sp modelId="{4BA9EBD1-9D81-44EF-9CD6-6FFA3300A5D2}">
      <dsp:nvSpPr>
        <dsp:cNvPr id="0" name=""/>
        <dsp:cNvSpPr/>
      </dsp:nvSpPr>
      <dsp:spPr>
        <a:xfrm>
          <a:off x="9129070" y="640079"/>
          <a:ext cx="2793900"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70731" y="681740"/>
        <a:ext cx="2710578" cy="77011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D096F-DA64-4B84-A179-698BB610F53D}">
      <dsp:nvSpPr>
        <dsp:cNvPr id="0" name=""/>
        <dsp:cNvSpPr/>
      </dsp:nvSpPr>
      <dsp:spPr>
        <a:xfrm>
          <a:off x="-4497379" y="-689668"/>
          <a:ext cx="5357639" cy="5357639"/>
        </a:xfrm>
        <a:prstGeom prst="blockArc">
          <a:avLst>
            <a:gd name="adj1" fmla="val 18900000"/>
            <a:gd name="adj2" fmla="val 2700000"/>
            <a:gd name="adj3" fmla="val 403"/>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16C64-ACE6-4134-B185-4443553EFA71}">
      <dsp:nvSpPr>
        <dsp:cNvPr id="0" name=""/>
        <dsp:cNvSpPr/>
      </dsp:nvSpPr>
      <dsp:spPr>
        <a:xfrm>
          <a:off x="553255" y="50440"/>
          <a:ext cx="6078190" cy="131412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l" defTabSz="622300">
            <a:lnSpc>
              <a:spcPct val="90000"/>
            </a:lnSpc>
            <a:spcBef>
              <a:spcPct val="0"/>
            </a:spcBef>
            <a:spcAft>
              <a:spcPct val="35000"/>
            </a:spcAft>
          </a:pPr>
          <a:r>
            <a:rPr lang="fr-FR" sz="1400" kern="1200" dirty="0" smtClean="0"/>
            <a:t>Au Cameroun, une grande partie du patrimoine applicatif est constituée d'applications web développées sur des architectures plus traditionnelles (monolithique ou 3-tiers), souvent déployées directement sur des serveurs physiques ou des machines virtuelles, avec des dépendances complexes et des configurations spécifiques à leur environnement d'origine</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53255" y="50440"/>
        <a:ext cx="6078190" cy="1314121"/>
      </dsp:txXfrm>
    </dsp:sp>
    <dsp:sp modelId="{B5CDC7D1-69AA-40BC-84B5-4B81EE15BD4F}">
      <dsp:nvSpPr>
        <dsp:cNvPr id="0" name=""/>
        <dsp:cNvSpPr/>
      </dsp:nvSpPr>
      <dsp:spPr>
        <a:xfrm>
          <a:off x="55968" y="298372"/>
          <a:ext cx="994575" cy="994575"/>
        </a:xfrm>
        <a:prstGeom prst="ellipse">
          <a:avLst/>
        </a:prstGeom>
        <a:solidFill>
          <a:schemeClr val="accent2"/>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3178DEF4-6340-4FBD-95F7-65BCDB2AE1F3}">
      <dsp:nvSpPr>
        <dsp:cNvPr id="0" name=""/>
        <dsp:cNvSpPr/>
      </dsp:nvSpPr>
      <dsp:spPr>
        <a:xfrm>
          <a:off x="842478" y="1501483"/>
          <a:ext cx="5788968" cy="117369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27940" rIns="27940" bIns="27940" numCol="1" spcCol="1270" anchor="ctr" anchorCtr="0">
          <a:noAutofit/>
        </a:bodyPr>
        <a:lstStyle/>
        <a:p>
          <a:pPr lvl="0" algn="l" defTabSz="488950">
            <a:lnSpc>
              <a:spcPct val="90000"/>
            </a:lnSpc>
            <a:spcBef>
              <a:spcPct val="0"/>
            </a:spcBef>
            <a:spcAft>
              <a:spcPct val="35000"/>
            </a:spcAft>
          </a:pPr>
          <a:r>
            <a:rPr lang="fr-FR" sz="1100" kern="1200" dirty="0" smtClean="0"/>
            <a:t>En effet, ces infrastructures traditionnelles présentent plusieurs limitations à savoir :</a:t>
          </a:r>
          <a:endParaRPr lang="en-US" sz="1100" kern="1200" dirty="0" smtClean="0"/>
        </a:p>
        <a:p>
          <a:pPr lvl="0" algn="l" defTabSz="488950">
            <a:lnSpc>
              <a:spcPct val="90000"/>
            </a:lnSpc>
            <a:spcBef>
              <a:spcPct val="0"/>
            </a:spcBef>
            <a:spcAft>
              <a:spcPct val="35000"/>
            </a:spcAft>
          </a:pPr>
          <a:r>
            <a:rPr lang="fr-FR" sz="1100" b="1" kern="1200" dirty="0" smtClean="0"/>
            <a:t>- Problèmes de portabilité</a:t>
          </a:r>
          <a:r>
            <a:rPr lang="fr-FR" sz="1100" kern="1200" dirty="0" smtClean="0"/>
            <a:t> entre environnements (développement, test, production) </a:t>
          </a:r>
          <a:endParaRPr lang="en-US" sz="1100" kern="1200" dirty="0" smtClean="0"/>
        </a:p>
        <a:p>
          <a:pPr lvl="0" algn="l" defTabSz="488950">
            <a:lnSpc>
              <a:spcPct val="90000"/>
            </a:lnSpc>
            <a:spcBef>
              <a:spcPct val="0"/>
            </a:spcBef>
            <a:spcAft>
              <a:spcPct val="35000"/>
            </a:spcAft>
          </a:pPr>
          <a:r>
            <a:rPr lang="fr-FR" sz="1100" b="1" kern="1200" dirty="0" smtClean="0"/>
            <a:t>- Dépendances système</a:t>
          </a:r>
          <a:r>
            <a:rPr lang="fr-FR" sz="1100" kern="1200" dirty="0" smtClean="0"/>
            <a:t> complexes et difficiles à reproduire</a:t>
          </a:r>
          <a:endParaRPr lang="en-US" sz="1100" kern="1200" dirty="0" smtClean="0"/>
        </a:p>
        <a:p>
          <a:pPr lvl="0" algn="l" defTabSz="488950">
            <a:lnSpc>
              <a:spcPct val="90000"/>
            </a:lnSpc>
            <a:spcBef>
              <a:spcPct val="0"/>
            </a:spcBef>
            <a:spcAft>
              <a:spcPct val="35000"/>
            </a:spcAft>
          </a:pPr>
          <a:r>
            <a:rPr lang="fr-FR" sz="1100" b="1" kern="1200" dirty="0" smtClean="0"/>
            <a:t>- </a:t>
          </a:r>
          <a:r>
            <a:rPr lang="fr-FR" sz="1100" b="1" kern="1200" dirty="0" err="1" smtClean="0"/>
            <a:t>Scalabilité</a:t>
          </a:r>
          <a:r>
            <a:rPr lang="fr-FR" sz="1100" kern="1200" dirty="0" smtClean="0"/>
            <a:t> coûteuse (ajout de ressources matérielles)</a:t>
          </a:r>
          <a:endParaRPr lang="fr-FR" sz="1100" kern="1200" dirty="0">
            <a:latin typeface="Century Gothic" panose="020B0502020202020204" pitchFamily="34" charset="0"/>
          </a:endParaRPr>
        </a:p>
      </dsp:txBody>
      <dsp:txXfrm>
        <a:off x="842478" y="1501483"/>
        <a:ext cx="5788968" cy="1173694"/>
      </dsp:txXfrm>
    </dsp:sp>
    <dsp:sp modelId="{3E4B33B9-75EF-4867-9D98-362146DB4B6F}">
      <dsp:nvSpPr>
        <dsp:cNvPr id="0" name=""/>
        <dsp:cNvSpPr/>
      </dsp:nvSpPr>
      <dsp:spPr>
        <a:xfrm>
          <a:off x="345190" y="1491863"/>
          <a:ext cx="994575" cy="994575"/>
        </a:xfrm>
        <a:prstGeom prst="ellipse">
          <a:avLst/>
        </a:prstGeom>
        <a:solidFill>
          <a:srgbClr val="FF00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7357D7D4-E90A-48B7-AF57-504F87486D06}">
      <dsp:nvSpPr>
        <dsp:cNvPr id="0" name=""/>
        <dsp:cNvSpPr/>
      </dsp:nvSpPr>
      <dsp:spPr>
        <a:xfrm>
          <a:off x="553255" y="2695662"/>
          <a:ext cx="6078190" cy="9739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27940" rIns="27940" bIns="27940" numCol="1" spcCol="1270" anchor="ctr" anchorCtr="0">
          <a:noAutofit/>
        </a:bodyPr>
        <a:lstStyle/>
        <a:p>
          <a:pPr lvl="0" algn="l" defTabSz="488950">
            <a:lnSpc>
              <a:spcPct val="90000"/>
            </a:lnSpc>
            <a:spcBef>
              <a:spcPct val="0"/>
            </a:spcBef>
            <a:spcAft>
              <a:spcPct val="35000"/>
            </a:spcAft>
          </a:pPr>
          <a:r>
            <a:rPr lang="fr-FR" sz="1100" b="1" kern="1200" dirty="0" smtClean="0"/>
            <a:t>-Problème de la Cohabitation</a:t>
          </a:r>
          <a:r>
            <a:rPr lang="fr-FR" sz="1100" kern="1200" dirty="0" smtClean="0"/>
            <a:t> entre Applications déployées</a:t>
          </a:r>
          <a:endParaRPr lang="en-US" sz="1100" kern="1200" dirty="0" smtClean="0"/>
        </a:p>
        <a:p>
          <a:pPr lvl="0" algn="l" defTabSz="488950">
            <a:lnSpc>
              <a:spcPct val="90000"/>
            </a:lnSpc>
            <a:spcBef>
              <a:spcPct val="0"/>
            </a:spcBef>
            <a:spcAft>
              <a:spcPct val="35000"/>
            </a:spcAft>
          </a:pPr>
          <a:r>
            <a:rPr lang="fr-FR" sz="1100" b="1" kern="1200" dirty="0" smtClean="0"/>
            <a:t>-Temps de déploiement</a:t>
          </a:r>
          <a:r>
            <a:rPr lang="fr-FR" sz="1100" kern="1200" dirty="0" smtClean="0"/>
            <a:t> longs pour les nouvelles versions</a:t>
          </a:r>
          <a:endParaRPr lang="en-US" sz="1100" kern="1200" dirty="0" smtClean="0"/>
        </a:p>
        <a:p>
          <a:pPr lvl="0" algn="l" defTabSz="488950">
            <a:lnSpc>
              <a:spcPct val="90000"/>
            </a:lnSpc>
            <a:spcBef>
              <a:spcPct val="0"/>
            </a:spcBef>
            <a:spcAft>
              <a:spcPct val="35000"/>
            </a:spcAft>
          </a:pPr>
          <a:r>
            <a:rPr lang="fr-FR" sz="1100" b="1" kern="1200" dirty="0" smtClean="0"/>
            <a:t>-Problème d’optimisation des ressources utilisés.</a:t>
          </a:r>
        </a:p>
        <a:p>
          <a:pPr lvl="0" algn="l" defTabSz="488950">
            <a:lnSpc>
              <a:spcPct val="90000"/>
            </a:lnSpc>
            <a:spcBef>
              <a:spcPct val="0"/>
            </a:spcBef>
            <a:spcAft>
              <a:spcPct val="35000"/>
            </a:spcAft>
          </a:pPr>
          <a:r>
            <a:rPr lang="fr-FR" sz="1100" kern="1200" dirty="0" smtClean="0"/>
            <a:t>Cette problématique nous amène a formuler les questions de recherche suivant:</a:t>
          </a:r>
          <a:endParaRPr lang="fr-FR" sz="1100" kern="1200" dirty="0">
            <a:latin typeface="Century Gothic" panose="020B0502020202020204" pitchFamily="34" charset="0"/>
          </a:endParaRPr>
        </a:p>
      </dsp:txBody>
      <dsp:txXfrm>
        <a:off x="553255" y="2695662"/>
        <a:ext cx="6078190" cy="973960"/>
      </dsp:txXfrm>
    </dsp:sp>
    <dsp:sp modelId="{8707A585-70F5-4A07-89D9-BE213FFFD9AC}">
      <dsp:nvSpPr>
        <dsp:cNvPr id="0" name=""/>
        <dsp:cNvSpPr/>
      </dsp:nvSpPr>
      <dsp:spPr>
        <a:xfrm>
          <a:off x="55968" y="2685354"/>
          <a:ext cx="994575" cy="994575"/>
        </a:xfrm>
        <a:prstGeom prst="ellipse">
          <a:avLst/>
        </a:prstGeom>
        <a:solidFill>
          <a:srgbClr val="FFFF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10190" y="640079"/>
          <a:ext cx="2853075"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Problématique</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1851" y="681740"/>
        <a:ext cx="2769753" cy="770117"/>
      </dsp:txXfrm>
    </dsp:sp>
    <dsp:sp modelId="{ED44B01C-63A9-44B9-BA7A-DE76B70BE5A4}">
      <dsp:nvSpPr>
        <dsp:cNvPr id="0" name=""/>
        <dsp:cNvSpPr/>
      </dsp:nvSpPr>
      <dsp:spPr>
        <a:xfrm>
          <a:off x="3027471" y="640079"/>
          <a:ext cx="2853075"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Questions de recherche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69132" y="681740"/>
        <a:ext cx="2769753" cy="770117"/>
      </dsp:txXfrm>
    </dsp:sp>
    <dsp:sp modelId="{528D78F8-ADD5-4974-AB5A-621368C1BFAD}">
      <dsp:nvSpPr>
        <dsp:cNvPr id="0" name=""/>
        <dsp:cNvSpPr/>
      </dsp:nvSpPr>
      <dsp:spPr>
        <a:xfrm>
          <a:off x="6044752" y="640079"/>
          <a:ext cx="2853075"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086413" y="681740"/>
        <a:ext cx="2769753" cy="770117"/>
      </dsp:txXfrm>
    </dsp:sp>
    <dsp:sp modelId="{4BA9EBD1-9D81-44EF-9CD6-6FFA3300A5D2}">
      <dsp:nvSpPr>
        <dsp:cNvPr id="0" name=""/>
        <dsp:cNvSpPr/>
      </dsp:nvSpPr>
      <dsp:spPr>
        <a:xfrm>
          <a:off x="9062034" y="640079"/>
          <a:ext cx="2853075"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03695" y="681740"/>
        <a:ext cx="2769753" cy="77011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4AE082-C531-4072-B13D-765D81377898}">
      <dsp:nvSpPr>
        <dsp:cNvPr id="0" name=""/>
        <dsp:cNvSpPr/>
      </dsp:nvSpPr>
      <dsp:spPr>
        <a:xfrm>
          <a:off x="118"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fr-FR" sz="1200" kern="1200" dirty="0" smtClean="0"/>
            <a:t>Comment planifier une migration progressive sans rupture de service, tout en garantissant la performance, la sécurité et la maintenabilité ? </a:t>
          </a:r>
          <a:r>
            <a:rPr lang="fr-FR" sz="1600" kern="1200" dirty="0" smtClean="0">
              <a:latin typeface="Century Gothic" panose="020B0502020202020204" pitchFamily="34" charset="0"/>
            </a:rPr>
            <a:t>)</a:t>
          </a:r>
          <a:endParaRPr lang="fr-FR" sz="1600" kern="1200" dirty="0">
            <a:latin typeface="Century Gothic" panose="020B0502020202020204" pitchFamily="34" charset="0"/>
            <a:ea typeface="Tahoma" panose="020B0604030504040204" pitchFamily="34" charset="0"/>
            <a:cs typeface="Tahoma" panose="020B0604030504040204" pitchFamily="34" charset="0"/>
          </a:endParaRPr>
        </a:p>
      </dsp:txBody>
      <dsp:txXfrm>
        <a:off x="118" y="1802928"/>
        <a:ext cx="1581732" cy="1802928"/>
      </dsp:txXfrm>
    </dsp:sp>
    <dsp:sp modelId="{1C208517-F4A5-4316-922B-01FEE8E87854}">
      <dsp:nvSpPr>
        <dsp:cNvPr id="0" name=""/>
        <dsp:cNvSpPr/>
      </dsp:nvSpPr>
      <dsp:spPr>
        <a:xfrm>
          <a:off x="47570" y="270439"/>
          <a:ext cx="1486828" cy="1500938"/>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5F4DA02-DFD3-41E3-AF7A-D01CFBD6EC00}">
      <dsp:nvSpPr>
        <dsp:cNvPr id="0" name=""/>
        <dsp:cNvSpPr/>
      </dsp:nvSpPr>
      <dsp:spPr>
        <a:xfrm>
          <a:off x="1629303"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fr-FR" sz="1600" kern="1200" dirty="0" smtClean="0"/>
            <a:t>Comment adapter une application web existante monolithique/3-tiers pour les environnements containerisés ?</a:t>
          </a:r>
          <a:endParaRPr lang="fr-FR" sz="1600" kern="1200" dirty="0">
            <a:latin typeface="Century Gothic" panose="020B0502020202020204" pitchFamily="34" charset="0"/>
          </a:endParaRPr>
        </a:p>
      </dsp:txBody>
      <dsp:txXfrm>
        <a:off x="1629303" y="1802928"/>
        <a:ext cx="1581732" cy="1802928"/>
      </dsp:txXfrm>
    </dsp:sp>
    <dsp:sp modelId="{2FC96856-0A69-498E-B7C5-0B39221071A7}">
      <dsp:nvSpPr>
        <dsp:cNvPr id="0" name=""/>
        <dsp:cNvSpPr/>
      </dsp:nvSpPr>
      <dsp:spPr>
        <a:xfrm>
          <a:off x="1676755" y="372300"/>
          <a:ext cx="1486828" cy="1297215"/>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976C02-F444-4CAE-8E16-8BCD1D58D29F}">
      <dsp:nvSpPr>
        <dsp:cNvPr id="0" name=""/>
        <dsp:cNvSpPr/>
      </dsp:nvSpPr>
      <dsp:spPr>
        <a:xfrm>
          <a:off x="3258488"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fr-FR" sz="1600" kern="1200" dirty="0" smtClean="0"/>
            <a:t>Comment remédier aux problèmes de déploiement ?</a:t>
          </a:r>
          <a:endParaRPr lang="fr-FR" sz="1600" kern="1200" dirty="0">
            <a:latin typeface="Century Gothic" panose="020B0502020202020204" pitchFamily="34" charset="0"/>
          </a:endParaRPr>
        </a:p>
      </dsp:txBody>
      <dsp:txXfrm>
        <a:off x="3258488" y="1802928"/>
        <a:ext cx="1581732" cy="1802928"/>
      </dsp:txXfrm>
    </dsp:sp>
    <dsp:sp modelId="{4D4DC288-2E6A-43B4-9948-C4828B3804B8}">
      <dsp:nvSpPr>
        <dsp:cNvPr id="0" name=""/>
        <dsp:cNvSpPr/>
      </dsp:nvSpPr>
      <dsp:spPr>
        <a:xfrm>
          <a:off x="3305940" y="399587"/>
          <a:ext cx="1486828" cy="1242641"/>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C9CB0F-3043-46BE-99B2-BADBD0ABDE50}">
      <dsp:nvSpPr>
        <dsp:cNvPr id="0" name=""/>
        <dsp:cNvSpPr/>
      </dsp:nvSpPr>
      <dsp:spPr>
        <a:xfrm>
          <a:off x="4887672"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fr-FR" sz="1200" kern="1200" dirty="0" smtClean="0"/>
            <a:t>Quels sont les principes conceptuels et les architectures sous-jacentes pour la migration automatisée d'applications web vers un environnement conteneurisé ?</a:t>
          </a:r>
          <a:endParaRPr lang="fr-FR" sz="1200" kern="1200" dirty="0">
            <a:latin typeface="Century Gothic" panose="020B0502020202020204" pitchFamily="34" charset="0"/>
          </a:endParaRPr>
        </a:p>
      </dsp:txBody>
      <dsp:txXfrm>
        <a:off x="4887672" y="1802928"/>
        <a:ext cx="1581732" cy="1802928"/>
      </dsp:txXfrm>
    </dsp:sp>
    <dsp:sp modelId="{D4526EF1-6E56-467F-A6CA-6648D55002C7}">
      <dsp:nvSpPr>
        <dsp:cNvPr id="0" name=""/>
        <dsp:cNvSpPr/>
      </dsp:nvSpPr>
      <dsp:spPr>
        <a:xfrm>
          <a:off x="4935124" y="270439"/>
          <a:ext cx="1486828" cy="1500938"/>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9E5EE1-9634-4834-AFFD-9CD7EC94C226}">
      <dsp:nvSpPr>
        <dsp:cNvPr id="0" name=""/>
        <dsp:cNvSpPr/>
      </dsp:nvSpPr>
      <dsp:spPr>
        <a:xfrm>
          <a:off x="6516857"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fr-FR" sz="1200" kern="1200" dirty="0" smtClean="0"/>
            <a:t>Comment cet outil identifie et gère-t-il les dépendances, les configurations et la persistance des données des applications web existantes pour la conteneurisation ?</a:t>
          </a:r>
          <a:endParaRPr lang="fr-FR" sz="1200" kern="1200" dirty="0">
            <a:latin typeface="Century Gothic" panose="020B0502020202020204" pitchFamily="34" charset="0"/>
          </a:endParaRPr>
        </a:p>
      </dsp:txBody>
      <dsp:txXfrm>
        <a:off x="6516857" y="1802928"/>
        <a:ext cx="1581732" cy="1802928"/>
      </dsp:txXfrm>
    </dsp:sp>
    <dsp:sp modelId="{C94E44A5-568E-4D96-B97D-FB26FD7DE399}">
      <dsp:nvSpPr>
        <dsp:cNvPr id="0" name=""/>
        <dsp:cNvSpPr/>
      </dsp:nvSpPr>
      <dsp:spPr>
        <a:xfrm>
          <a:off x="6564309" y="270439"/>
          <a:ext cx="1486828" cy="1500938"/>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60D73F-B009-4B28-8826-8DE5A5821CF1}">
      <dsp:nvSpPr>
        <dsp:cNvPr id="0" name=""/>
        <dsp:cNvSpPr/>
      </dsp:nvSpPr>
      <dsp:spPr>
        <a:xfrm>
          <a:off x="8146042" y="0"/>
          <a:ext cx="1581732" cy="45073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fr-FR" sz="1200" kern="1200" dirty="0" smtClean="0">
              <a:latin typeface="Century Gothic" panose="020B0502020202020204" pitchFamily="34" charset="0"/>
            </a:rPr>
            <a:t>Ces questions de recherche nous ont conduit a fixer les objectifs suivant:</a:t>
          </a:r>
          <a:endParaRPr lang="fr-FR" sz="1200" kern="1200" dirty="0">
            <a:latin typeface="Century Gothic" panose="020B0502020202020204" pitchFamily="34" charset="0"/>
          </a:endParaRPr>
        </a:p>
      </dsp:txBody>
      <dsp:txXfrm>
        <a:off x="8146042" y="1802928"/>
        <a:ext cx="1581732" cy="1802928"/>
      </dsp:txXfrm>
    </dsp:sp>
    <dsp:sp modelId="{812D724E-F0DD-4D8A-9D0D-ED0EBED340E7}">
      <dsp:nvSpPr>
        <dsp:cNvPr id="0" name=""/>
        <dsp:cNvSpPr/>
      </dsp:nvSpPr>
      <dsp:spPr>
        <a:xfrm>
          <a:off x="8193494" y="270439"/>
          <a:ext cx="1486828" cy="1500938"/>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B0B4B4-69E8-490A-B8E6-FD0822C21E9B}">
      <dsp:nvSpPr>
        <dsp:cNvPr id="0" name=""/>
        <dsp:cNvSpPr/>
      </dsp:nvSpPr>
      <dsp:spPr>
        <a:xfrm>
          <a:off x="389115" y="3605857"/>
          <a:ext cx="8949662" cy="676098"/>
        </a:xfrm>
        <a:prstGeom prst="leftRightArrow">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3193" y="640079"/>
          <a:ext cx="2780803" cy="853439"/>
        </a:xfrm>
        <a:prstGeom prst="roundRect">
          <a:avLst/>
        </a:prstGeom>
        <a:solidFill>
          <a:schemeClr val="accent2">
            <a:lumMod val="5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Questions de recherche</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4854" y="681740"/>
        <a:ext cx="2697481" cy="770117"/>
      </dsp:txXfrm>
    </dsp:sp>
    <dsp:sp modelId="{ED44B01C-63A9-44B9-BA7A-DE76B70BE5A4}">
      <dsp:nvSpPr>
        <dsp:cNvPr id="0" name=""/>
        <dsp:cNvSpPr/>
      </dsp:nvSpPr>
      <dsp:spPr>
        <a:xfrm>
          <a:off x="3049230" y="640079"/>
          <a:ext cx="2780803"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Objectifs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90891" y="681740"/>
        <a:ext cx="2697481" cy="770117"/>
      </dsp:txXfrm>
    </dsp:sp>
    <dsp:sp modelId="{528D78F8-ADD5-4974-AB5A-621368C1BFAD}">
      <dsp:nvSpPr>
        <dsp:cNvPr id="0" name=""/>
        <dsp:cNvSpPr/>
      </dsp:nvSpPr>
      <dsp:spPr>
        <a:xfrm>
          <a:off x="6095266" y="640079"/>
          <a:ext cx="2780803"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36927" y="681740"/>
        <a:ext cx="2697481" cy="770117"/>
      </dsp:txXfrm>
    </dsp:sp>
    <dsp:sp modelId="{4BA9EBD1-9D81-44EF-9CD6-6FFA3300A5D2}">
      <dsp:nvSpPr>
        <dsp:cNvPr id="0" name=""/>
        <dsp:cNvSpPr/>
      </dsp:nvSpPr>
      <dsp:spPr>
        <a:xfrm>
          <a:off x="9141303" y="640079"/>
          <a:ext cx="2780803"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82964" y="681740"/>
        <a:ext cx="2697481" cy="77011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D096F-DA64-4B84-A179-698BB610F53D}">
      <dsp:nvSpPr>
        <dsp:cNvPr id="0" name=""/>
        <dsp:cNvSpPr/>
      </dsp:nvSpPr>
      <dsp:spPr>
        <a:xfrm>
          <a:off x="-4497379" y="-689668"/>
          <a:ext cx="5357639" cy="5357639"/>
        </a:xfrm>
        <a:prstGeom prst="blockArc">
          <a:avLst>
            <a:gd name="adj1" fmla="val 18900000"/>
            <a:gd name="adj2" fmla="val 2700000"/>
            <a:gd name="adj3" fmla="val 403"/>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16C64-ACE6-4134-B185-4443553EFA71}">
      <dsp:nvSpPr>
        <dsp:cNvPr id="0" name=""/>
        <dsp:cNvSpPr/>
      </dsp:nvSpPr>
      <dsp:spPr>
        <a:xfrm>
          <a:off x="553255" y="50440"/>
          <a:ext cx="6078190" cy="131412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35560" rIns="35560" bIns="35560" numCol="1" spcCol="1270" anchor="ctr" anchorCtr="0">
          <a:noAutofit/>
        </a:bodyPr>
        <a:lstStyle/>
        <a:p>
          <a:pPr lvl="0" algn="l" defTabSz="622300">
            <a:lnSpc>
              <a:spcPct val="90000"/>
            </a:lnSpc>
            <a:spcBef>
              <a:spcPct val="0"/>
            </a:spcBef>
            <a:spcAft>
              <a:spcPct val="35000"/>
            </a:spcAft>
          </a:pPr>
          <a:r>
            <a:rPr lang="fr-FR" sz="1400" kern="1200" dirty="0" smtClean="0"/>
            <a:t>L’objectif principal est de permette à toute structure souhaitant faire une migration d’une application web existant vers un environnement conteneurisé sans exiger de compétences techniques avancées.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553255" y="50440"/>
        <a:ext cx="6078190" cy="1314121"/>
      </dsp:txXfrm>
    </dsp:sp>
    <dsp:sp modelId="{B5CDC7D1-69AA-40BC-84B5-4B81EE15BD4F}">
      <dsp:nvSpPr>
        <dsp:cNvPr id="0" name=""/>
        <dsp:cNvSpPr/>
      </dsp:nvSpPr>
      <dsp:spPr>
        <a:xfrm>
          <a:off x="55968" y="298372"/>
          <a:ext cx="994575" cy="994575"/>
        </a:xfrm>
        <a:prstGeom prst="ellipse">
          <a:avLst/>
        </a:prstGeom>
        <a:solidFill>
          <a:schemeClr val="accent2"/>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3178DEF4-6340-4FBD-95F7-65BCDB2AE1F3}">
      <dsp:nvSpPr>
        <dsp:cNvPr id="0" name=""/>
        <dsp:cNvSpPr/>
      </dsp:nvSpPr>
      <dsp:spPr>
        <a:xfrm>
          <a:off x="842478" y="1501483"/>
          <a:ext cx="5788968" cy="117369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27940" rIns="27940" bIns="27940" numCol="1" spcCol="1270" anchor="ctr" anchorCtr="0">
          <a:noAutofit/>
        </a:bodyPr>
        <a:lstStyle/>
        <a:p>
          <a:pPr lvl="0" algn="l" defTabSz="488950">
            <a:lnSpc>
              <a:spcPct val="90000"/>
            </a:lnSpc>
            <a:spcBef>
              <a:spcPct val="0"/>
            </a:spcBef>
            <a:spcAft>
              <a:spcPct val="35000"/>
            </a:spcAft>
          </a:pPr>
          <a:r>
            <a:rPr lang="fr-FR" sz="1100" kern="1200" dirty="0" smtClean="0"/>
            <a:t>Les objectifs spécifiques sont les suivants:</a:t>
          </a:r>
          <a:endParaRPr lang="en-US" sz="1100" kern="1200" dirty="0" smtClean="0"/>
        </a:p>
        <a:p>
          <a:pPr lvl="0" algn="l" defTabSz="488950">
            <a:lnSpc>
              <a:spcPct val="90000"/>
            </a:lnSpc>
            <a:spcBef>
              <a:spcPct val="0"/>
            </a:spcBef>
            <a:spcAft>
              <a:spcPct val="35000"/>
            </a:spcAft>
          </a:pPr>
          <a:r>
            <a:rPr lang="fr-FR" sz="1100" kern="1200" dirty="0" smtClean="0"/>
            <a:t>Réduire le temps et la complexité de la containerisation d’une application web ; </a:t>
          </a:r>
          <a:endParaRPr lang="en-US" sz="1100" kern="1200" dirty="0" smtClean="0"/>
        </a:p>
        <a:p>
          <a:pPr lvl="0" algn="l" defTabSz="488950">
            <a:lnSpc>
              <a:spcPct val="90000"/>
            </a:lnSpc>
            <a:spcBef>
              <a:spcPct val="0"/>
            </a:spcBef>
            <a:spcAft>
              <a:spcPct val="35000"/>
            </a:spcAft>
          </a:pPr>
          <a:r>
            <a:rPr lang="fr-FR" sz="1100" kern="1200" dirty="0" smtClean="0"/>
            <a:t>Réduire le temps de déploiement et de redéploiement ;</a:t>
          </a:r>
          <a:endParaRPr lang="en-US" sz="1100" kern="1200" dirty="0" smtClean="0"/>
        </a:p>
        <a:p>
          <a:pPr lvl="0" algn="l" defTabSz="488950">
            <a:lnSpc>
              <a:spcPct val="90000"/>
            </a:lnSpc>
            <a:spcBef>
              <a:spcPct val="0"/>
            </a:spcBef>
            <a:spcAft>
              <a:spcPct val="35000"/>
            </a:spcAft>
          </a:pPr>
          <a:r>
            <a:rPr lang="fr-FR" sz="1100" kern="1200" dirty="0" smtClean="0"/>
            <a:t>Résoudre le problème de portabilité entre les environnements ;</a:t>
          </a:r>
          <a:endParaRPr lang="en-US" sz="1100" kern="1200" dirty="0" smtClean="0"/>
        </a:p>
        <a:p>
          <a:pPr lvl="0" algn="l" defTabSz="488950">
            <a:lnSpc>
              <a:spcPct val="90000"/>
            </a:lnSpc>
            <a:spcBef>
              <a:spcPct val="0"/>
            </a:spcBef>
            <a:spcAft>
              <a:spcPct val="35000"/>
            </a:spcAft>
          </a:pPr>
          <a:r>
            <a:rPr lang="fr-FR" sz="1100" kern="1200" dirty="0" smtClean="0"/>
            <a:t>Résoudre le problème de cohabitation des applications sur le même serveur ;</a:t>
          </a:r>
          <a:endParaRPr lang="fr-FR" sz="1100" kern="1200" dirty="0">
            <a:latin typeface="Century Gothic" panose="020B0502020202020204" pitchFamily="34" charset="0"/>
          </a:endParaRPr>
        </a:p>
      </dsp:txBody>
      <dsp:txXfrm>
        <a:off x="842478" y="1501483"/>
        <a:ext cx="5788968" cy="1173694"/>
      </dsp:txXfrm>
    </dsp:sp>
    <dsp:sp modelId="{3E4B33B9-75EF-4867-9D98-362146DB4B6F}">
      <dsp:nvSpPr>
        <dsp:cNvPr id="0" name=""/>
        <dsp:cNvSpPr/>
      </dsp:nvSpPr>
      <dsp:spPr>
        <a:xfrm>
          <a:off x="345190" y="1491863"/>
          <a:ext cx="994575" cy="994575"/>
        </a:xfrm>
        <a:prstGeom prst="ellipse">
          <a:avLst/>
        </a:prstGeom>
        <a:solidFill>
          <a:srgbClr val="FF00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 modelId="{7357D7D4-E90A-48B7-AF57-504F87486D06}">
      <dsp:nvSpPr>
        <dsp:cNvPr id="0" name=""/>
        <dsp:cNvSpPr/>
      </dsp:nvSpPr>
      <dsp:spPr>
        <a:xfrm>
          <a:off x="553255" y="2695662"/>
          <a:ext cx="6078190" cy="9739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1556" tIns="27940" rIns="27940" bIns="27940" numCol="1" spcCol="1270" anchor="ctr" anchorCtr="0">
          <a:noAutofit/>
        </a:bodyPr>
        <a:lstStyle/>
        <a:p>
          <a:pPr lvl="0" algn="l" defTabSz="488950">
            <a:lnSpc>
              <a:spcPct val="90000"/>
            </a:lnSpc>
            <a:spcBef>
              <a:spcPct val="0"/>
            </a:spcBef>
            <a:spcAft>
              <a:spcPct val="35000"/>
            </a:spcAft>
          </a:pPr>
          <a:r>
            <a:rPr lang="fr-FR" sz="1100" kern="1200" dirty="0" smtClean="0"/>
            <a:t>Optimiser les processus de migration en réduisant les erreurs humaines, en accélérant les délais et en libérant des ressources humaines pour des tâches à plus forte valeur ajoutée ;</a:t>
          </a:r>
          <a:endParaRPr lang="en-US" sz="1100" kern="1200" dirty="0" smtClean="0"/>
        </a:p>
        <a:p>
          <a:pPr lvl="0" algn="l" defTabSz="488950">
            <a:lnSpc>
              <a:spcPct val="90000"/>
            </a:lnSpc>
            <a:spcBef>
              <a:spcPct val="0"/>
            </a:spcBef>
            <a:spcAft>
              <a:spcPct val="35000"/>
            </a:spcAft>
          </a:pPr>
          <a:r>
            <a:rPr lang="fr-FR" sz="1100" kern="1200" dirty="0" smtClean="0"/>
            <a:t>Optimiser l’utilisation des ressources ;</a:t>
          </a:r>
          <a:endParaRPr lang="en-US" sz="1100" kern="1200" dirty="0" smtClean="0"/>
        </a:p>
        <a:p>
          <a:pPr lvl="0" algn="l" defTabSz="488950">
            <a:lnSpc>
              <a:spcPct val="90000"/>
            </a:lnSpc>
            <a:spcBef>
              <a:spcPct val="0"/>
            </a:spcBef>
            <a:spcAft>
              <a:spcPct val="35000"/>
            </a:spcAft>
          </a:pPr>
          <a:r>
            <a:rPr lang="fr-FR" sz="1100" kern="1200" dirty="0" smtClean="0"/>
            <a:t>Permettre une transition fluide vers des orchestrateurs comme </a:t>
          </a:r>
          <a:r>
            <a:rPr lang="fr-FR" sz="1100" kern="1200" dirty="0" err="1" smtClean="0"/>
            <a:t>Kubernetes</a:t>
          </a:r>
          <a:r>
            <a:rPr lang="fr-FR" sz="1100" kern="1200" dirty="0" smtClean="0"/>
            <a:t> pour pallier au problème de monté en charge. </a:t>
          </a:r>
          <a:endParaRPr lang="fr-FR" sz="1100" kern="1200" dirty="0">
            <a:latin typeface="Century Gothic" panose="020B0502020202020204" pitchFamily="34" charset="0"/>
          </a:endParaRPr>
        </a:p>
      </dsp:txBody>
      <dsp:txXfrm>
        <a:off x="553255" y="2695662"/>
        <a:ext cx="6078190" cy="973960"/>
      </dsp:txXfrm>
    </dsp:sp>
    <dsp:sp modelId="{8707A585-70F5-4A07-89D9-BE213FFFD9AC}">
      <dsp:nvSpPr>
        <dsp:cNvPr id="0" name=""/>
        <dsp:cNvSpPr/>
      </dsp:nvSpPr>
      <dsp:spPr>
        <a:xfrm>
          <a:off x="55968" y="2685354"/>
          <a:ext cx="994575" cy="994575"/>
        </a:xfrm>
        <a:prstGeom prst="ellipse">
          <a:avLst/>
        </a:prstGeom>
        <a:solidFill>
          <a:srgbClr val="FFFF00"/>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kern="1200" dirty="0" smtClean="0">
              <a:latin typeface="Century Gothic" panose="020B0502020202020204" pitchFamily="34" charset="0"/>
              <a:ea typeface="Tahoma" panose="020B0604030504040204" pitchFamily="34" charset="0"/>
              <a:cs typeface="Tahoma" panose="020B0604030504040204" pitchFamily="34" charset="0"/>
            </a:rPr>
            <a:t>Objectifs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ED44B01C-63A9-44B9-BA7A-DE76B70BE5A4}">
      <dsp:nvSpPr>
        <dsp:cNvPr id="0" name=""/>
        <dsp:cNvSpPr/>
      </dsp:nvSpPr>
      <dsp:spPr>
        <a:xfrm>
          <a:off x="3034404"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528D78F8-ADD5-4974-AB5A-621368C1BFAD}">
      <dsp:nvSpPr>
        <dsp:cNvPr id="0" name=""/>
        <dsp:cNvSpPr/>
      </dsp:nvSpPr>
      <dsp:spPr>
        <a:xfrm>
          <a:off x="606149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4BA9EBD1-9D81-44EF-9CD6-6FFA3300A5D2}">
      <dsp:nvSpPr>
        <dsp:cNvPr id="0" name=""/>
        <dsp:cNvSpPr/>
      </dsp:nvSpPr>
      <dsp:spPr>
        <a:xfrm>
          <a:off x="908858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6164" y="640079"/>
          <a:ext cx="2778444"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CM" sz="1400" kern="1200" dirty="0" smtClean="0">
              <a:latin typeface="Century Gothic" panose="020B0502020202020204" pitchFamily="34" charset="0"/>
              <a:ea typeface="Tahoma" panose="020B0604030504040204" pitchFamily="34" charset="0"/>
              <a:cs typeface="Tahoma" panose="020B0604030504040204" pitchFamily="34" charset="0"/>
            </a:rPr>
            <a:t>Problèmes observés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825" y="681740"/>
        <a:ext cx="2695122" cy="770117"/>
      </dsp:txXfrm>
    </dsp:sp>
    <dsp:sp modelId="{ED44B01C-63A9-44B9-BA7A-DE76B70BE5A4}">
      <dsp:nvSpPr>
        <dsp:cNvPr id="0" name=""/>
        <dsp:cNvSpPr/>
      </dsp:nvSpPr>
      <dsp:spPr>
        <a:xfrm>
          <a:off x="3051006" y="640079"/>
          <a:ext cx="2778444"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92667" y="681740"/>
        <a:ext cx="2695122" cy="770117"/>
      </dsp:txXfrm>
    </dsp:sp>
    <dsp:sp modelId="{528D78F8-ADD5-4974-AB5A-621368C1BFAD}">
      <dsp:nvSpPr>
        <dsp:cNvPr id="0" name=""/>
        <dsp:cNvSpPr/>
      </dsp:nvSpPr>
      <dsp:spPr>
        <a:xfrm>
          <a:off x="6095848" y="640079"/>
          <a:ext cx="2778444"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Solution proposée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37509" y="681740"/>
        <a:ext cx="2695122" cy="770117"/>
      </dsp:txXfrm>
    </dsp:sp>
    <dsp:sp modelId="{4BA9EBD1-9D81-44EF-9CD6-6FFA3300A5D2}">
      <dsp:nvSpPr>
        <dsp:cNvPr id="0" name=""/>
        <dsp:cNvSpPr/>
      </dsp:nvSpPr>
      <dsp:spPr>
        <a:xfrm>
          <a:off x="9140691" y="640079"/>
          <a:ext cx="2778444"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82352" y="681740"/>
        <a:ext cx="2695122" cy="77011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563" y="640079"/>
          <a:ext cx="2784422"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CM" sz="1400" kern="1200" dirty="0" smtClean="0">
              <a:latin typeface="Century Gothic" panose="020B0502020202020204" pitchFamily="34" charset="0"/>
              <a:ea typeface="Tahoma" panose="020B0604030504040204" pitchFamily="34" charset="0"/>
              <a:cs typeface="Tahoma" panose="020B0604030504040204" pitchFamily="34" charset="0"/>
            </a:rPr>
            <a:t>Problèmes observés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224" y="681740"/>
        <a:ext cx="2701100" cy="770117"/>
      </dsp:txXfrm>
    </dsp:sp>
    <dsp:sp modelId="{ED44B01C-63A9-44B9-BA7A-DE76B70BE5A4}">
      <dsp:nvSpPr>
        <dsp:cNvPr id="0" name=""/>
        <dsp:cNvSpPr/>
      </dsp:nvSpPr>
      <dsp:spPr>
        <a:xfrm>
          <a:off x="3048813" y="640079"/>
          <a:ext cx="2784422"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90474" y="681740"/>
        <a:ext cx="2701100" cy="770117"/>
      </dsp:txXfrm>
    </dsp:sp>
    <dsp:sp modelId="{528D78F8-ADD5-4974-AB5A-621368C1BFAD}">
      <dsp:nvSpPr>
        <dsp:cNvPr id="0" name=""/>
        <dsp:cNvSpPr/>
      </dsp:nvSpPr>
      <dsp:spPr>
        <a:xfrm>
          <a:off x="6092063" y="640079"/>
          <a:ext cx="2784422"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Approche </a:t>
          </a:r>
          <a:r>
            <a:rPr lang="fr-FR" sz="2100" kern="1200" dirty="0" err="1" smtClean="0">
              <a:latin typeface="Century Gothic" panose="020B0502020202020204" pitchFamily="34" charset="0"/>
              <a:ea typeface="Tahoma" panose="020B0604030504040204" pitchFamily="34" charset="0"/>
              <a:cs typeface="Tahoma" panose="020B0604030504040204" pitchFamily="34" charset="0"/>
            </a:rPr>
            <a:t>methodologique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33724" y="681740"/>
        <a:ext cx="2701100" cy="770117"/>
      </dsp:txXfrm>
    </dsp:sp>
    <dsp:sp modelId="{4BA9EBD1-9D81-44EF-9CD6-6FFA3300A5D2}">
      <dsp:nvSpPr>
        <dsp:cNvPr id="0" name=""/>
        <dsp:cNvSpPr/>
      </dsp:nvSpPr>
      <dsp:spPr>
        <a:xfrm>
          <a:off x="9135314" y="640079"/>
          <a:ext cx="2784422"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76975" y="681740"/>
        <a:ext cx="2701100" cy="77011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12831F-333A-4FCF-B05C-FA093D86024D}">
      <dsp:nvSpPr>
        <dsp:cNvPr id="0" name=""/>
        <dsp:cNvSpPr/>
      </dsp:nvSpPr>
      <dsp:spPr>
        <a:xfrm>
          <a:off x="5563" y="640079"/>
          <a:ext cx="2784422"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CM" sz="14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1400" kern="1200" dirty="0">
            <a:latin typeface="Century Gothic" panose="020B0502020202020204" pitchFamily="34" charset="0"/>
            <a:ea typeface="Tahoma" panose="020B0604030504040204" pitchFamily="34" charset="0"/>
            <a:cs typeface="Tahoma" panose="020B0604030504040204" pitchFamily="34" charset="0"/>
          </a:endParaRPr>
        </a:p>
      </dsp:txBody>
      <dsp:txXfrm>
        <a:off x="47224" y="681740"/>
        <a:ext cx="2701100" cy="770117"/>
      </dsp:txXfrm>
    </dsp:sp>
    <dsp:sp modelId="{ED44B01C-63A9-44B9-BA7A-DE76B70BE5A4}">
      <dsp:nvSpPr>
        <dsp:cNvPr id="0" name=""/>
        <dsp:cNvSpPr/>
      </dsp:nvSpPr>
      <dsp:spPr>
        <a:xfrm>
          <a:off x="3048813" y="640079"/>
          <a:ext cx="2784422"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90474" y="681740"/>
        <a:ext cx="2701100" cy="770117"/>
      </dsp:txXfrm>
    </dsp:sp>
    <dsp:sp modelId="{528D78F8-ADD5-4974-AB5A-621368C1BFAD}">
      <dsp:nvSpPr>
        <dsp:cNvPr id="0" name=""/>
        <dsp:cNvSpPr/>
      </dsp:nvSpPr>
      <dsp:spPr>
        <a:xfrm>
          <a:off x="6092063" y="640079"/>
          <a:ext cx="2784422"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33724" y="681740"/>
        <a:ext cx="2701100" cy="770117"/>
      </dsp:txXfrm>
    </dsp:sp>
    <dsp:sp modelId="{4BA9EBD1-9D81-44EF-9CD6-6FFA3300A5D2}">
      <dsp:nvSpPr>
        <dsp:cNvPr id="0" name=""/>
        <dsp:cNvSpPr/>
      </dsp:nvSpPr>
      <dsp:spPr>
        <a:xfrm>
          <a:off x="9135314" y="640079"/>
          <a:ext cx="2784422"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76975" y="681740"/>
        <a:ext cx="2701100" cy="77011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E13A1D4-5EC4-45E5-AB18-4FC74C9EA35A}">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5F394919-D831-42AB-963C-0CE06D87EC96}">
      <dsp:nvSpPr>
        <dsp:cNvPr id="0" name=""/>
        <dsp:cNvSpPr/>
      </dsp:nvSpPr>
      <dsp:spPr>
        <a:xfrm>
          <a:off x="3034404"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4FC4F54B-9C40-470C-8E3C-D032989E9BAE}">
      <dsp:nvSpPr>
        <dsp:cNvPr id="0" name=""/>
        <dsp:cNvSpPr/>
      </dsp:nvSpPr>
      <dsp:spPr>
        <a:xfrm>
          <a:off x="6061493"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6F472B61-C1BF-42A1-A9B7-51EFB594C58F}">
      <dsp:nvSpPr>
        <dsp:cNvPr id="0" name=""/>
        <dsp:cNvSpPr/>
      </dsp:nvSpPr>
      <dsp:spPr>
        <a:xfrm>
          <a:off x="908858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23D0E6B2-4535-4EEC-8CEB-5A5B0F2BE6BC}">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025425B7-F0F9-46F0-90B9-8FE8060FFFF1}">
      <dsp:nvSpPr>
        <dsp:cNvPr id="0" name=""/>
        <dsp:cNvSpPr/>
      </dsp:nvSpPr>
      <dsp:spPr>
        <a:xfrm>
          <a:off x="3034404"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7D61442E-64A6-4A50-BE40-30100C118867}">
      <dsp:nvSpPr>
        <dsp:cNvPr id="0" name=""/>
        <dsp:cNvSpPr/>
      </dsp:nvSpPr>
      <dsp:spPr>
        <a:xfrm>
          <a:off x="6061493"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Outils </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1E465EEE-1A41-4A94-B6A8-59EF8B504F3E}">
      <dsp:nvSpPr>
        <dsp:cNvPr id="0" name=""/>
        <dsp:cNvSpPr/>
      </dsp:nvSpPr>
      <dsp:spPr>
        <a:xfrm>
          <a:off x="908858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B895EE-C1F4-43CB-968B-BA42B8605317}">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7AAE63A7-A9AE-4083-8689-982F7A229645}">
      <dsp:nvSpPr>
        <dsp:cNvPr id="0" name=""/>
        <dsp:cNvSpPr/>
      </dsp:nvSpPr>
      <dsp:spPr>
        <a:xfrm>
          <a:off x="3034404"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08D8B165-E880-417D-91C4-8F45546C23D4}">
      <dsp:nvSpPr>
        <dsp:cNvPr id="0" name=""/>
        <dsp:cNvSpPr/>
      </dsp:nvSpPr>
      <dsp:spPr>
        <a:xfrm>
          <a:off x="6061493"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Scripts  </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3D1E52B4-FA47-47D3-A792-2C71301513A4}">
      <dsp:nvSpPr>
        <dsp:cNvPr id="0" name=""/>
        <dsp:cNvSpPr/>
      </dsp:nvSpPr>
      <dsp:spPr>
        <a:xfrm>
          <a:off x="908858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4AB895EE-C1F4-43CB-968B-BA42B8605317}">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7AAE63A7-A9AE-4083-8689-982F7A229645}">
      <dsp:nvSpPr>
        <dsp:cNvPr id="0" name=""/>
        <dsp:cNvSpPr/>
      </dsp:nvSpPr>
      <dsp:spPr>
        <a:xfrm>
          <a:off x="3034404"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08D8B165-E880-417D-91C4-8F45546C23D4}">
      <dsp:nvSpPr>
        <dsp:cNvPr id="0" name=""/>
        <dsp:cNvSpPr/>
      </dsp:nvSpPr>
      <dsp:spPr>
        <a:xfrm>
          <a:off x="6061493"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Scripts  </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3D1E52B4-FA47-47D3-A792-2C71301513A4}">
      <dsp:nvSpPr>
        <dsp:cNvPr id="0" name=""/>
        <dsp:cNvSpPr/>
      </dsp:nvSpPr>
      <dsp:spPr>
        <a:xfrm>
          <a:off x="9088583" y="640079"/>
          <a:ext cx="2829401" cy="853439"/>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DD2BF-2441-42F4-AF73-1B115977F1E9}">
      <dsp:nvSpPr>
        <dsp:cNvPr id="0" name=""/>
        <dsp:cNvSpPr/>
      </dsp:nvSpPr>
      <dsp:spPr>
        <a:xfrm>
          <a:off x="894397" y="0"/>
          <a:ext cx="10136505" cy="2133598"/>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F5777EAB-19ED-4CA7-812E-7412AA54D0BA}">
      <dsp:nvSpPr>
        <dsp:cNvPr id="0" name=""/>
        <dsp:cNvSpPr/>
      </dsp:nvSpPr>
      <dsp:spPr>
        <a:xfrm>
          <a:off x="7315"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48976" y="681740"/>
        <a:ext cx="2746079" cy="770117"/>
      </dsp:txXfrm>
    </dsp:sp>
    <dsp:sp modelId="{A17E91FA-ED37-4EA2-B47B-11D546785BC6}">
      <dsp:nvSpPr>
        <dsp:cNvPr id="0" name=""/>
        <dsp:cNvSpPr/>
      </dsp:nvSpPr>
      <dsp:spPr>
        <a:xfrm>
          <a:off x="3034404"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CM" sz="2100" kern="1200" dirty="0" smtClean="0">
              <a:latin typeface="Century Gothic" panose="020B0502020202020204" pitchFamily="34" charset="0"/>
              <a:ea typeface="Tahoma" panose="020B0604030504040204" pitchFamily="34" charset="0"/>
              <a:cs typeface="Tahoma" panose="020B0604030504040204" pitchFamily="34" charset="0"/>
            </a:rPr>
            <a:t>hypothèses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3076065" y="681740"/>
        <a:ext cx="2746079" cy="770117"/>
      </dsp:txXfrm>
    </dsp:sp>
    <dsp:sp modelId="{95893FBE-42F8-460F-AF46-03E416CA7714}">
      <dsp:nvSpPr>
        <dsp:cNvPr id="0" name=""/>
        <dsp:cNvSpPr/>
      </dsp:nvSpPr>
      <dsp:spPr>
        <a:xfrm>
          <a:off x="6061493" y="640079"/>
          <a:ext cx="2829401" cy="853439"/>
        </a:xfrm>
        <a:prstGeom prst="roundRect">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Scripts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6103154" y="681740"/>
        <a:ext cx="2746079" cy="770117"/>
      </dsp:txXfrm>
    </dsp:sp>
    <dsp:sp modelId="{D25EB52D-7898-4476-88B0-8F15AF0A6F82}">
      <dsp:nvSpPr>
        <dsp:cNvPr id="0" name=""/>
        <dsp:cNvSpPr/>
      </dsp:nvSpPr>
      <dsp:spPr>
        <a:xfrm>
          <a:off x="9088583" y="640079"/>
          <a:ext cx="2829401" cy="853439"/>
        </a:xfrm>
        <a:prstGeom prst="roundRect">
          <a:avLst/>
        </a:prstGeom>
        <a:solidFill>
          <a:srgbClr val="FF0000"/>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fr-FR" sz="2100" kern="1200" dirty="0" smtClean="0">
              <a:latin typeface="Century Gothic" panose="020B0502020202020204" pitchFamily="34" charset="0"/>
              <a:ea typeface="Tahoma" panose="020B0604030504040204" pitchFamily="34" charset="0"/>
              <a:cs typeface="Tahoma" panose="020B0604030504040204" pitchFamily="34" charset="0"/>
            </a:rPr>
            <a:t>Conclusion et Perspectives</a:t>
          </a:r>
          <a:endParaRPr lang="fr-FR" sz="2100" kern="1200" dirty="0">
            <a:latin typeface="Century Gothic" panose="020B0502020202020204" pitchFamily="34" charset="0"/>
            <a:ea typeface="Tahoma" panose="020B0604030504040204" pitchFamily="34" charset="0"/>
            <a:cs typeface="Tahoma" panose="020B0604030504040204" pitchFamily="34" charset="0"/>
          </a:endParaRPr>
        </a:p>
      </dsp:txBody>
      <dsp:txXfrm>
        <a:off x="9130244" y="681740"/>
        <a:ext cx="2746079" cy="77011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785F19-8EEC-4409-8BF5-8F0031C84C63}" type="datetimeFigureOut">
              <a:rPr lang="en-US" smtClean="0"/>
              <a:pPr/>
              <a:t>6/21/2026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44B638-7586-4C6C-B8D1-4CA7ABF87AEC}" type="slidenum">
              <a:rPr lang="en-US" smtClean="0"/>
              <a:pPr/>
              <a:t>‹N°›</a:t>
            </a:fld>
            <a:endParaRPr lang="en-US" dirty="0"/>
          </a:p>
        </p:txBody>
      </p:sp>
    </p:spTree>
    <p:extLst>
      <p:ext uri="{BB962C8B-B14F-4D97-AF65-F5344CB8AC3E}">
        <p14:creationId xmlns:p14="http://schemas.microsoft.com/office/powerpoint/2010/main" val="3710343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44B638-7586-4C6C-B8D1-4CA7ABF87AEC}" type="slidenum">
              <a:rPr lang="en-US" smtClean="0"/>
              <a:pPr/>
              <a:t>1</a:t>
            </a:fld>
            <a:endParaRPr lang="en-US" dirty="0"/>
          </a:p>
        </p:txBody>
      </p:sp>
    </p:spTree>
    <p:extLst>
      <p:ext uri="{BB962C8B-B14F-4D97-AF65-F5344CB8AC3E}">
        <p14:creationId xmlns:p14="http://schemas.microsoft.com/office/powerpoint/2010/main" val="3421076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3</a:t>
            </a:fld>
            <a:endParaRPr lang="en-US" dirty="0"/>
          </a:p>
        </p:txBody>
      </p:sp>
    </p:spTree>
    <p:extLst>
      <p:ext uri="{BB962C8B-B14F-4D97-AF65-F5344CB8AC3E}">
        <p14:creationId xmlns:p14="http://schemas.microsoft.com/office/powerpoint/2010/main" val="2932580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4</a:t>
            </a:fld>
            <a:endParaRPr lang="en-US" dirty="0"/>
          </a:p>
        </p:txBody>
      </p:sp>
    </p:spTree>
    <p:extLst>
      <p:ext uri="{BB962C8B-B14F-4D97-AF65-F5344CB8AC3E}">
        <p14:creationId xmlns:p14="http://schemas.microsoft.com/office/powerpoint/2010/main" val="4011226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5</a:t>
            </a:fld>
            <a:endParaRPr lang="en-US" dirty="0"/>
          </a:p>
        </p:txBody>
      </p:sp>
    </p:spTree>
    <p:extLst>
      <p:ext uri="{BB962C8B-B14F-4D97-AF65-F5344CB8AC3E}">
        <p14:creationId xmlns:p14="http://schemas.microsoft.com/office/powerpoint/2010/main" val="1929749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6</a:t>
            </a:fld>
            <a:endParaRPr lang="en-US" dirty="0"/>
          </a:p>
        </p:txBody>
      </p:sp>
    </p:spTree>
    <p:extLst>
      <p:ext uri="{BB962C8B-B14F-4D97-AF65-F5344CB8AC3E}">
        <p14:creationId xmlns:p14="http://schemas.microsoft.com/office/powerpoint/2010/main" val="3995349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7</a:t>
            </a:fld>
            <a:endParaRPr lang="en-US" dirty="0"/>
          </a:p>
        </p:txBody>
      </p:sp>
    </p:spTree>
    <p:extLst>
      <p:ext uri="{BB962C8B-B14F-4D97-AF65-F5344CB8AC3E}">
        <p14:creationId xmlns:p14="http://schemas.microsoft.com/office/powerpoint/2010/main" val="1131569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8</a:t>
            </a:fld>
            <a:endParaRPr lang="en-US" dirty="0"/>
          </a:p>
        </p:txBody>
      </p:sp>
    </p:spTree>
    <p:extLst>
      <p:ext uri="{BB962C8B-B14F-4D97-AF65-F5344CB8AC3E}">
        <p14:creationId xmlns:p14="http://schemas.microsoft.com/office/powerpoint/2010/main" val="1602793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9</a:t>
            </a:fld>
            <a:endParaRPr lang="en-US" dirty="0"/>
          </a:p>
        </p:txBody>
      </p:sp>
    </p:spTree>
    <p:extLst>
      <p:ext uri="{BB962C8B-B14F-4D97-AF65-F5344CB8AC3E}">
        <p14:creationId xmlns:p14="http://schemas.microsoft.com/office/powerpoint/2010/main" val="3755947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10</a:t>
            </a:fld>
            <a:endParaRPr lang="en-US" dirty="0"/>
          </a:p>
        </p:txBody>
      </p:sp>
    </p:spTree>
    <p:extLst>
      <p:ext uri="{BB962C8B-B14F-4D97-AF65-F5344CB8AC3E}">
        <p14:creationId xmlns:p14="http://schemas.microsoft.com/office/powerpoint/2010/main" val="2840555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11</a:t>
            </a:fld>
            <a:endParaRPr lang="en-US" dirty="0"/>
          </a:p>
        </p:txBody>
      </p:sp>
    </p:spTree>
    <p:extLst>
      <p:ext uri="{BB962C8B-B14F-4D97-AF65-F5344CB8AC3E}">
        <p14:creationId xmlns:p14="http://schemas.microsoft.com/office/powerpoint/2010/main" val="2534691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12</a:t>
            </a:fld>
            <a:endParaRPr lang="en-US" dirty="0"/>
          </a:p>
        </p:txBody>
      </p:sp>
    </p:spTree>
    <p:extLst>
      <p:ext uri="{BB962C8B-B14F-4D97-AF65-F5344CB8AC3E}">
        <p14:creationId xmlns:p14="http://schemas.microsoft.com/office/powerpoint/2010/main" val="3219764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13</a:t>
            </a:fld>
            <a:endParaRPr lang="en-US" dirty="0"/>
          </a:p>
        </p:txBody>
      </p:sp>
    </p:spTree>
    <p:extLst>
      <p:ext uri="{BB962C8B-B14F-4D97-AF65-F5344CB8AC3E}">
        <p14:creationId xmlns:p14="http://schemas.microsoft.com/office/powerpoint/2010/main" val="39823087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14</a:t>
            </a:fld>
            <a:endParaRPr lang="en-US" dirty="0"/>
          </a:p>
        </p:txBody>
      </p:sp>
    </p:spTree>
    <p:extLst>
      <p:ext uri="{BB962C8B-B14F-4D97-AF65-F5344CB8AC3E}">
        <p14:creationId xmlns:p14="http://schemas.microsoft.com/office/powerpoint/2010/main" val="1947226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15</a:t>
            </a:fld>
            <a:endParaRPr lang="en-US" dirty="0"/>
          </a:p>
        </p:txBody>
      </p:sp>
    </p:spTree>
    <p:extLst>
      <p:ext uri="{BB962C8B-B14F-4D97-AF65-F5344CB8AC3E}">
        <p14:creationId xmlns:p14="http://schemas.microsoft.com/office/powerpoint/2010/main" val="1681648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16</a:t>
            </a:fld>
            <a:endParaRPr lang="en-US" dirty="0"/>
          </a:p>
        </p:txBody>
      </p:sp>
    </p:spTree>
    <p:extLst>
      <p:ext uri="{BB962C8B-B14F-4D97-AF65-F5344CB8AC3E}">
        <p14:creationId xmlns:p14="http://schemas.microsoft.com/office/powerpoint/2010/main" val="1068689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17</a:t>
            </a:fld>
            <a:endParaRPr lang="en-US" dirty="0"/>
          </a:p>
        </p:txBody>
      </p:sp>
    </p:spTree>
    <p:extLst>
      <p:ext uri="{BB962C8B-B14F-4D97-AF65-F5344CB8AC3E}">
        <p14:creationId xmlns:p14="http://schemas.microsoft.com/office/powerpoint/2010/main" val="218454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844B638-7586-4C6C-B8D1-4CA7ABF87AEC}" type="slidenum">
              <a:rPr lang="en-US" smtClean="0"/>
              <a:pPr/>
              <a:t>18</a:t>
            </a:fld>
            <a:endParaRPr lang="en-US" dirty="0"/>
          </a:p>
        </p:txBody>
      </p:sp>
    </p:spTree>
    <p:extLst>
      <p:ext uri="{BB962C8B-B14F-4D97-AF65-F5344CB8AC3E}">
        <p14:creationId xmlns:p14="http://schemas.microsoft.com/office/powerpoint/2010/main" val="1924784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smtClean="0"/>
              <a:t>Modifiez le style du titre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602CABE3-DB38-4524-AB6F-C2CED76976BA}" type="datetime1">
              <a:rPr lang="en-US" smtClean="0"/>
              <a:pPr/>
              <a:t>6/21/2026</a:t>
            </a:fld>
            <a:endParaRPr lang="en-US" dirty="0"/>
          </a:p>
        </p:txBody>
      </p:sp>
      <p:sp>
        <p:nvSpPr>
          <p:cNvPr id="5" name="Footer Placeholder 4"/>
          <p:cNvSpPr>
            <a:spLocks noGrp="1"/>
          </p:cNvSpPr>
          <p:nvPr>
            <p:ph type="ftr" sz="quarter" idx="11"/>
          </p:nvPr>
        </p:nvSpPr>
        <p:spPr/>
        <p:txBody>
          <a:bodyPr/>
          <a:lstStyle/>
          <a:p>
            <a:r>
              <a:rPr lang="en-US" smtClean="0"/>
              <a:t>© 2013. ICCSOFT SA</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4008205"/>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602CABE3-DB38-4524-AB6F-C2CED76976BA}" type="datetime1">
              <a:rPr lang="en-US" smtClean="0"/>
              <a:pPr/>
              <a:t>6/21/2026</a:t>
            </a:fld>
            <a:endParaRPr lang="en-US" dirty="0"/>
          </a:p>
        </p:txBody>
      </p:sp>
      <p:sp>
        <p:nvSpPr>
          <p:cNvPr id="5" name="Footer Placeholder 4"/>
          <p:cNvSpPr>
            <a:spLocks noGrp="1"/>
          </p:cNvSpPr>
          <p:nvPr>
            <p:ph type="ftr" sz="quarter" idx="11"/>
          </p:nvPr>
        </p:nvSpPr>
        <p:spPr/>
        <p:txBody>
          <a:bodyPr/>
          <a:lstStyle/>
          <a:p>
            <a:r>
              <a:rPr lang="en-US" smtClean="0"/>
              <a:t>© 2013. ICCSOFT SA</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869402218"/>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smtClean="0"/>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602CABE3-DB38-4524-AB6F-C2CED76976BA}" type="datetime1">
              <a:rPr lang="en-US" smtClean="0"/>
              <a:pPr/>
              <a:t>6/21/2026</a:t>
            </a:fld>
            <a:endParaRPr lang="en-US" dirty="0"/>
          </a:p>
        </p:txBody>
      </p:sp>
      <p:sp>
        <p:nvSpPr>
          <p:cNvPr id="5" name="Footer Placeholder 4"/>
          <p:cNvSpPr>
            <a:spLocks noGrp="1"/>
          </p:cNvSpPr>
          <p:nvPr>
            <p:ph type="ftr" sz="quarter" idx="11"/>
          </p:nvPr>
        </p:nvSpPr>
        <p:spPr/>
        <p:txBody>
          <a:bodyPr/>
          <a:lstStyle/>
          <a:p>
            <a:r>
              <a:rPr lang="en-US" smtClean="0"/>
              <a:t>© 2013. ICCSOFT SA</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62086"/>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602CABE3-DB38-4524-AB6F-C2CED76976BA}" type="datetime1">
              <a:rPr lang="en-US" smtClean="0"/>
              <a:pPr/>
              <a:t>6/21/2026</a:t>
            </a:fld>
            <a:endParaRPr lang="en-US" dirty="0"/>
          </a:p>
        </p:txBody>
      </p:sp>
      <p:sp>
        <p:nvSpPr>
          <p:cNvPr id="6" name="Footer Placeholder 5"/>
          <p:cNvSpPr>
            <a:spLocks noGrp="1"/>
          </p:cNvSpPr>
          <p:nvPr>
            <p:ph type="ftr" sz="quarter" idx="11"/>
          </p:nvPr>
        </p:nvSpPr>
        <p:spPr/>
        <p:txBody>
          <a:bodyPr/>
          <a:lstStyle/>
          <a:p>
            <a:r>
              <a:rPr lang="en-US" smtClean="0"/>
              <a:t>© 2013. ICCSOFT SA</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221898778"/>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602CABE3-DB38-4524-AB6F-C2CED76976BA}" type="datetime1">
              <a:rPr lang="en-US" smtClean="0"/>
              <a:pPr/>
              <a:t>6/21/2026</a:t>
            </a:fld>
            <a:endParaRPr lang="en-US" dirty="0"/>
          </a:p>
        </p:txBody>
      </p:sp>
      <p:sp>
        <p:nvSpPr>
          <p:cNvPr id="8" name="Footer Placeholder 7"/>
          <p:cNvSpPr>
            <a:spLocks noGrp="1"/>
          </p:cNvSpPr>
          <p:nvPr>
            <p:ph type="ftr" sz="quarter" idx="11"/>
          </p:nvPr>
        </p:nvSpPr>
        <p:spPr/>
        <p:txBody>
          <a:bodyPr/>
          <a:lstStyle/>
          <a:p>
            <a:r>
              <a:rPr lang="en-US" smtClean="0"/>
              <a:t>© 2013. ICCSOFT SA</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978311572"/>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602CABE3-DB38-4524-AB6F-C2CED76976BA}" type="datetime1">
              <a:rPr lang="en-US" smtClean="0"/>
              <a:pPr/>
              <a:t>6/21/2026</a:t>
            </a:fld>
            <a:endParaRPr lang="en-US" dirty="0"/>
          </a:p>
        </p:txBody>
      </p:sp>
      <p:sp>
        <p:nvSpPr>
          <p:cNvPr id="4" name="Footer Placeholder 3"/>
          <p:cNvSpPr>
            <a:spLocks noGrp="1"/>
          </p:cNvSpPr>
          <p:nvPr>
            <p:ph type="ftr" sz="quarter" idx="11"/>
          </p:nvPr>
        </p:nvSpPr>
        <p:spPr/>
        <p:txBody>
          <a:bodyPr/>
          <a:lstStyle/>
          <a:p>
            <a:r>
              <a:rPr lang="en-US" smtClean="0"/>
              <a:t>© 2013. ICCSOFT SA</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720917964"/>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02CABE3-DB38-4524-AB6F-C2CED76976BA}" type="datetime1">
              <a:rPr lang="en-US" smtClean="0"/>
              <a:pPr/>
              <a:t>6/21/2026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 2013. ICCSOFT SA</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552712692"/>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smtClean="0"/>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02CABE3-DB38-4524-AB6F-C2CED76976BA}" type="datetime1">
              <a:rPr lang="en-US" smtClean="0"/>
              <a:pPr/>
              <a:t>6/21/2026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 2013. ICCSOFT SA</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893218207"/>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602CABE3-DB38-4524-AB6F-C2CED76976BA}" type="datetime1">
              <a:rPr lang="en-US" smtClean="0"/>
              <a:pPr/>
              <a:t>6/21/2026</a:t>
            </a:fld>
            <a:endParaRPr lang="en-US" dirty="0"/>
          </a:p>
        </p:txBody>
      </p:sp>
      <p:sp>
        <p:nvSpPr>
          <p:cNvPr id="6" name="Footer Placeholder 5"/>
          <p:cNvSpPr>
            <a:spLocks noGrp="1"/>
          </p:cNvSpPr>
          <p:nvPr>
            <p:ph type="ftr" sz="quarter" idx="11"/>
          </p:nvPr>
        </p:nvSpPr>
        <p:spPr/>
        <p:txBody>
          <a:bodyPr/>
          <a:lstStyle/>
          <a:p>
            <a:r>
              <a:rPr lang="en-US" smtClean="0"/>
              <a:t>© 2013. ICCSOFT SA</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656963604"/>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602CABE3-DB38-4524-AB6F-C2CED76976BA}" type="datetime1">
              <a:rPr lang="en-US" smtClean="0"/>
              <a:pPr/>
              <a:t>6/21/2026</a:t>
            </a:fld>
            <a:endParaRPr lang="en-US" dirty="0"/>
          </a:p>
        </p:txBody>
      </p:sp>
      <p:sp>
        <p:nvSpPr>
          <p:cNvPr id="5" name="Footer Placeholder 4"/>
          <p:cNvSpPr>
            <a:spLocks noGrp="1"/>
          </p:cNvSpPr>
          <p:nvPr>
            <p:ph type="ftr" sz="quarter" idx="11"/>
          </p:nvPr>
        </p:nvSpPr>
        <p:spPr/>
        <p:txBody>
          <a:bodyPr/>
          <a:lstStyle/>
          <a:p>
            <a:r>
              <a:rPr lang="en-US" smtClean="0"/>
              <a:t>© 2013. ICCSOFT SA</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026341903"/>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602CABE3-DB38-4524-AB6F-C2CED76976BA}" type="datetime1">
              <a:rPr lang="en-US" smtClean="0"/>
              <a:pPr/>
              <a:t>6/21/2026</a:t>
            </a:fld>
            <a:endParaRPr lang="en-US" dirty="0"/>
          </a:p>
        </p:txBody>
      </p:sp>
      <p:sp>
        <p:nvSpPr>
          <p:cNvPr id="5" name="Footer Placeholder 4"/>
          <p:cNvSpPr>
            <a:spLocks noGrp="1"/>
          </p:cNvSpPr>
          <p:nvPr>
            <p:ph type="ftr" sz="quarter" idx="11"/>
          </p:nvPr>
        </p:nvSpPr>
        <p:spPr/>
        <p:txBody>
          <a:bodyPr/>
          <a:lstStyle/>
          <a:p>
            <a:r>
              <a:rPr lang="en-US" smtClean="0"/>
              <a:t>© 2013. ICCSOFT SA</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33325002"/>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784401E1-CED8-4CD8-930C-5F29150EC254}" type="datetimeFigureOut">
              <a:rPr lang="fr-FR" smtClean="0"/>
              <a:t>21/06/2026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560043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84401E1-CED8-4CD8-930C-5F29150EC254}" type="datetimeFigureOut">
              <a:rPr lang="fr-FR" smtClean="0"/>
              <a:t>21/06/2026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870351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784401E1-CED8-4CD8-930C-5F29150EC254}" type="datetimeFigureOut">
              <a:rPr lang="fr-FR" smtClean="0"/>
              <a:t>21/06/2026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4004543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784401E1-CED8-4CD8-930C-5F29150EC254}" type="datetimeFigureOut">
              <a:rPr lang="fr-FR" smtClean="0"/>
              <a:t>21/06/2026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129662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784401E1-CED8-4CD8-930C-5F29150EC254}" type="datetimeFigureOut">
              <a:rPr lang="fr-FR" smtClean="0"/>
              <a:t>21/06/2026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683666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784401E1-CED8-4CD8-930C-5F29150EC254}" type="datetimeFigureOut">
              <a:rPr lang="fr-FR" smtClean="0"/>
              <a:t>21/06/2026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12801349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84401E1-CED8-4CD8-930C-5F29150EC254}" type="datetimeFigureOut">
              <a:rPr lang="fr-FR" smtClean="0"/>
              <a:t>21/06/2026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5158767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784401E1-CED8-4CD8-930C-5F29150EC254}" type="datetimeFigureOut">
              <a:rPr lang="fr-FR" smtClean="0"/>
              <a:t>21/06/2026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55186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784401E1-CED8-4CD8-930C-5F29150EC254}" type="datetimeFigureOut">
              <a:rPr lang="fr-FR" smtClean="0"/>
              <a:t>21/06/2026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2752235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84401E1-CED8-4CD8-930C-5F29150EC254}" type="datetimeFigureOut">
              <a:rPr lang="fr-FR" smtClean="0"/>
              <a:t>21/06/2026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7442523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84401E1-CED8-4CD8-930C-5F29150EC254}" type="datetimeFigureOut">
              <a:rPr lang="fr-FR" smtClean="0"/>
              <a:t>21/06/2026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BFA5E2-2CEC-472A-A55E-A0914EEA38E8}" type="slidenum">
              <a:rPr lang="fr-FR" smtClean="0"/>
              <a:t>‹N°›</a:t>
            </a:fld>
            <a:endParaRPr lang="fr-FR"/>
          </a:p>
        </p:txBody>
      </p:sp>
    </p:spTree>
    <p:extLst>
      <p:ext uri="{BB962C8B-B14F-4D97-AF65-F5344CB8AC3E}">
        <p14:creationId xmlns:p14="http://schemas.microsoft.com/office/powerpoint/2010/main" val="3460689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smtClean="0"/>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02CABE3-DB38-4524-AB6F-C2CED76976BA}" type="datetime1">
              <a:rPr lang="en-US" smtClean="0"/>
              <a:pPr/>
              <a:t>6/21/2026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 2013. ICCSOFT SA</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‹N°›</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2788452"/>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4401E1-CED8-4CD8-930C-5F29150EC254}" type="datetimeFigureOut">
              <a:rPr lang="fr-FR" smtClean="0"/>
              <a:t>21/06/2026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FA5E2-2CEC-472A-A55E-A0914EEA38E8}" type="slidenum">
              <a:rPr lang="fr-FR" smtClean="0"/>
              <a:t>‹N°›</a:t>
            </a:fld>
            <a:endParaRPr lang="fr-FR"/>
          </a:p>
        </p:txBody>
      </p:sp>
    </p:spTree>
    <p:extLst>
      <p:ext uri="{BB962C8B-B14F-4D97-AF65-F5344CB8AC3E}">
        <p14:creationId xmlns:p14="http://schemas.microsoft.com/office/powerpoint/2010/main" val="1881937403"/>
      </p:ext>
    </p:extLst>
  </p:cSld>
  <p:clrMap bg1="lt1" tx1="dk1" bg2="lt2" tx2="dk2" accent1="accent1" accent2="accent2" accent3="accent3" accent4="accent4" accent5="accent5" accent6="accent6" hlink="hlink" folHlink="folHlink"/>
  <p:sldLayoutIdLst>
    <p:sldLayoutId id="2147484219" r:id="rId1"/>
    <p:sldLayoutId id="2147484220" r:id="rId2"/>
    <p:sldLayoutId id="2147484221" r:id="rId3"/>
    <p:sldLayoutId id="2147484222" r:id="rId4"/>
    <p:sldLayoutId id="2147484223" r:id="rId5"/>
    <p:sldLayoutId id="2147484224" r:id="rId6"/>
    <p:sldLayoutId id="2147484225" r:id="rId7"/>
    <p:sldLayoutId id="2147484226" r:id="rId8"/>
    <p:sldLayoutId id="2147484227" r:id="rId9"/>
    <p:sldLayoutId id="2147484228" r:id="rId10"/>
    <p:sldLayoutId id="21474842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12.xml"/><Relationship Id="rId3" Type="http://schemas.openxmlformats.org/officeDocument/2006/relationships/diagramData" Target="../diagrams/data11.xml"/><Relationship Id="rId7" Type="http://schemas.microsoft.com/office/2007/relationships/diagramDrawing" Target="../diagrams/drawing11.xml"/><Relationship Id="rId12" Type="http://schemas.microsoft.com/office/2007/relationships/diagramDrawing" Target="../diagrams/drawing1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1.xml"/><Relationship Id="rId11" Type="http://schemas.openxmlformats.org/officeDocument/2006/relationships/diagramColors" Target="../diagrams/colors12.xml"/><Relationship Id="rId5" Type="http://schemas.openxmlformats.org/officeDocument/2006/relationships/diagramQuickStyle" Target="../diagrams/quickStyle11.xml"/><Relationship Id="rId10" Type="http://schemas.openxmlformats.org/officeDocument/2006/relationships/diagramQuickStyle" Target="../diagrams/quickStyle12.xml"/><Relationship Id="rId4" Type="http://schemas.openxmlformats.org/officeDocument/2006/relationships/diagramLayout" Target="../diagrams/layout11.xml"/><Relationship Id="rId9" Type="http://schemas.openxmlformats.org/officeDocument/2006/relationships/diagramLayout" Target="../diagrams/layout1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 Id="rId9"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 Id="rId9"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à coins arrondis 7"/>
          <p:cNvSpPr/>
          <p:nvPr/>
        </p:nvSpPr>
        <p:spPr>
          <a:xfrm>
            <a:off x="2238356" y="1372020"/>
            <a:ext cx="8155644" cy="1509486"/>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CM" sz="2400" dirty="0">
                <a:latin typeface="Century Gothic" panose="020B0502020202020204" pitchFamily="34" charset="0"/>
                <a:ea typeface="Tahoma" panose="020B0604030504040204" pitchFamily="34" charset="0"/>
                <a:cs typeface="Tahoma" panose="020B0604030504040204" pitchFamily="34" charset="0"/>
              </a:rPr>
              <a:t>MISE EN ŒUVRE D’UN OUTIL D’AIDE A LA MIGRATION POUR LES ENVIRONNEMENTS </a:t>
            </a:r>
            <a:r>
              <a:rPr lang="fr-CM" sz="2400" dirty="0" smtClean="0">
                <a:latin typeface="Century Gothic" panose="020B0502020202020204" pitchFamily="34" charset="0"/>
                <a:ea typeface="Tahoma" panose="020B0604030504040204" pitchFamily="34" charset="0"/>
                <a:cs typeface="Tahoma" panose="020B0604030504040204" pitchFamily="34" charset="0"/>
              </a:rPr>
              <a:t>CONTENEURISES</a:t>
            </a:r>
            <a:endParaRPr lang="en-US" sz="2400" dirty="0">
              <a:latin typeface="Century Gothic" panose="020B0502020202020204" pitchFamily="34" charset="0"/>
              <a:ea typeface="Tahoma" panose="020B0604030504040204" pitchFamily="34" charset="0"/>
              <a:cs typeface="Tahoma" panose="020B0604030504040204" pitchFamily="34" charset="0"/>
            </a:endParaRPr>
          </a:p>
        </p:txBody>
      </p:sp>
      <p:sp>
        <p:nvSpPr>
          <p:cNvPr id="7" name="Titre 1">
            <a:extLst>
              <a:ext uri="{FF2B5EF4-FFF2-40B4-BE49-F238E27FC236}">
                <a16:creationId xmlns:a16="http://schemas.microsoft.com/office/drawing/2014/main" id="{009E8477-394E-4664-B468-D208DAC1A863}"/>
              </a:ext>
            </a:extLst>
          </p:cNvPr>
          <p:cNvSpPr txBox="1">
            <a:spLocks/>
          </p:cNvSpPr>
          <p:nvPr/>
        </p:nvSpPr>
        <p:spPr>
          <a:xfrm>
            <a:off x="1772214" y="166426"/>
            <a:ext cx="8755852" cy="392654"/>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sz="2400" b="1" dirty="0" smtClean="0">
                <a:solidFill>
                  <a:srgbClr val="000000"/>
                </a:solidFill>
                <a:latin typeface="Century Gothic" panose="020B0502020202020204" pitchFamily="34" charset="0"/>
                <a:ea typeface="Calibri" panose="020F0502020204030204" pitchFamily="34" charset="0"/>
                <a:cs typeface="Times New Roman" panose="02020603050405020304" pitchFamily="18" charset="0"/>
              </a:rPr>
              <a:t>REPUBLIQUE DU CAMEROUN - REPUBLIC OF CAMEROON</a:t>
            </a:r>
            <a:endParaRPr lang="en-US" sz="2400" dirty="0">
              <a:latin typeface="Century Gothic" panose="020B0502020202020204" pitchFamily="34" charset="0"/>
            </a:endParaRPr>
          </a:p>
        </p:txBody>
      </p:sp>
      <p:sp>
        <p:nvSpPr>
          <p:cNvPr id="10" name="Titre 1">
            <a:extLst>
              <a:ext uri="{FF2B5EF4-FFF2-40B4-BE49-F238E27FC236}">
                <a16:creationId xmlns:a16="http://schemas.microsoft.com/office/drawing/2014/main" id="{009E8477-394E-4664-B468-D208DAC1A863}"/>
              </a:ext>
            </a:extLst>
          </p:cNvPr>
          <p:cNvSpPr txBox="1">
            <a:spLocks/>
          </p:cNvSpPr>
          <p:nvPr/>
        </p:nvSpPr>
        <p:spPr>
          <a:xfrm>
            <a:off x="1595648" y="519596"/>
            <a:ext cx="9108983" cy="392654"/>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sz="1800" b="1" smtClean="0">
                <a:solidFill>
                  <a:srgbClr val="000000"/>
                </a:solidFill>
                <a:latin typeface="Century Gothic" panose="020B0502020202020204" pitchFamily="34" charset="0"/>
                <a:ea typeface="Calibri" panose="020F0502020204030204" pitchFamily="34" charset="0"/>
                <a:cs typeface="Times New Roman" panose="02020603050405020304" pitchFamily="18" charset="0"/>
              </a:rPr>
              <a:t>MINISTERE DE L’ENSEIGNEMENT SUPERIEUR</a:t>
            </a:r>
            <a:endParaRPr lang="en-US" sz="1800" dirty="0">
              <a:latin typeface="Century Gothic" panose="020B0502020202020204" pitchFamily="34" charset="0"/>
            </a:endParaRPr>
          </a:p>
        </p:txBody>
      </p:sp>
      <p:sp>
        <p:nvSpPr>
          <p:cNvPr id="6" name="ZoneTexte 5"/>
          <p:cNvSpPr txBox="1"/>
          <p:nvPr/>
        </p:nvSpPr>
        <p:spPr>
          <a:xfrm>
            <a:off x="1541507" y="3674070"/>
            <a:ext cx="9204960" cy="400110"/>
          </a:xfrm>
          <a:prstGeom prst="rect">
            <a:avLst/>
          </a:prstGeom>
          <a:noFill/>
        </p:spPr>
        <p:txBody>
          <a:bodyPr wrap="square" rtlCol="0">
            <a:spAutoFit/>
          </a:bodyPr>
          <a:lstStyle/>
          <a:p>
            <a:pPr lvl="0" algn="ctr"/>
            <a:r>
              <a:rPr lang="fr-FR" sz="2000" b="1" dirty="0">
                <a:latin typeface="Century Gothic" panose="020B0502020202020204" pitchFamily="34" charset="0"/>
              </a:rPr>
              <a:t>Présenté par</a:t>
            </a:r>
            <a:r>
              <a:rPr lang="fr-FR" sz="2000" dirty="0">
                <a:latin typeface="Century Gothic" panose="020B0502020202020204" pitchFamily="34" charset="0"/>
              </a:rPr>
              <a:t> : </a:t>
            </a:r>
            <a:r>
              <a:rPr lang="fr-FR" sz="2000" dirty="0" smtClean="0">
                <a:latin typeface="Century Gothic" panose="020B0502020202020204" pitchFamily="34" charset="0"/>
              </a:rPr>
              <a:t>M. </a:t>
            </a:r>
            <a:r>
              <a:rPr lang="fr-FR" sz="2000" dirty="0" smtClean="0">
                <a:latin typeface="Century Gothic" panose="020B0502020202020204" pitchFamily="34" charset="0"/>
              </a:rPr>
              <a:t>MOHAMADOU DAHIROU</a:t>
            </a:r>
            <a:endParaRPr lang="fr-FR" sz="2000" dirty="0">
              <a:latin typeface="Century Gothic" panose="020B0502020202020204" pitchFamily="34" charset="0"/>
            </a:endParaRPr>
          </a:p>
        </p:txBody>
      </p:sp>
      <p:sp>
        <p:nvSpPr>
          <p:cNvPr id="15" name="Titre 1">
            <a:extLst>
              <a:ext uri="{FF2B5EF4-FFF2-40B4-BE49-F238E27FC236}">
                <a16:creationId xmlns:a16="http://schemas.microsoft.com/office/drawing/2014/main" id="{009E8477-394E-4664-B468-D208DAC1A863}"/>
              </a:ext>
            </a:extLst>
          </p:cNvPr>
          <p:cNvSpPr txBox="1">
            <a:spLocks/>
          </p:cNvSpPr>
          <p:nvPr/>
        </p:nvSpPr>
        <p:spPr>
          <a:xfrm>
            <a:off x="1552794" y="1316833"/>
            <a:ext cx="9108983" cy="437694"/>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1400" b="1" i="1" dirty="0" smtClean="0">
                <a:solidFill>
                  <a:srgbClr val="000000"/>
                </a:solidFill>
                <a:latin typeface="Century Gothic" panose="020B0502020202020204" pitchFamily="34" charset="0"/>
                <a:ea typeface="Calibri" panose="020F0502020204030204" pitchFamily="34" charset="0"/>
                <a:cs typeface="Times New Roman" panose="02020603050405020304" pitchFamily="18" charset="0"/>
              </a:rPr>
              <a:t>MINISTRY OF HIGHER EDUCATION</a:t>
            </a:r>
            <a:endParaRPr lang="en-GB" sz="1400" b="1" i="1" dirty="0">
              <a:solidFill>
                <a:srgbClr val="000000"/>
              </a:solidFill>
              <a:latin typeface="Century Gothic" panose="020B0502020202020204" pitchFamily="34" charset="0"/>
              <a:ea typeface="Calibri" panose="020F0502020204030204" pitchFamily="34" charset="0"/>
              <a:cs typeface="Times New Roman" panose="02020603050405020304" pitchFamily="18" charset="0"/>
            </a:endParaRPr>
          </a:p>
          <a:p>
            <a:pPr algn="ctr"/>
            <a:endParaRPr lang="en-GB" sz="1800" b="1" dirty="0">
              <a:solidFill>
                <a:srgbClr val="000000"/>
              </a:solidFill>
              <a:latin typeface="Century Gothic" panose="020B0502020202020204" pitchFamily="34" charset="0"/>
              <a:ea typeface="Calibri" panose="020F0502020204030204" pitchFamily="34" charset="0"/>
              <a:cs typeface="Times New Roman" panose="02020603050405020304" pitchFamily="18" charset="0"/>
            </a:endParaRPr>
          </a:p>
          <a:p>
            <a:pPr algn="ctr"/>
            <a:endParaRPr lang="en-US" sz="1800" dirty="0">
              <a:latin typeface="Century Gothic" panose="020B0502020202020204" pitchFamily="34" charset="0"/>
            </a:endParaRPr>
          </a:p>
        </p:txBody>
      </p:sp>
      <p:pic>
        <p:nvPicPr>
          <p:cNvPr id="11" name="Image 10" descr="C:\Users\User.DESKTOP-URS5BP5\Pictures\télécharger (1).jpg"/>
          <p:cNvPicPr/>
          <p:nvPr/>
        </p:nvPicPr>
        <p:blipFill>
          <a:blip r:embed="rId3" cstate="print"/>
          <a:srcRect/>
          <a:stretch/>
        </p:blipFill>
        <p:spPr>
          <a:xfrm>
            <a:off x="10528066" y="-3560"/>
            <a:ext cx="1539240" cy="1539240"/>
          </a:xfrm>
          <a:prstGeom prst="rect">
            <a:avLst/>
          </a:prstGeom>
          <a:ln>
            <a:noFill/>
          </a:ln>
        </p:spPr>
      </p:pic>
      <p:pic>
        <p:nvPicPr>
          <p:cNvPr id="12" name="Image 11" descr="C:\Users\User.DESKTOP-URS5BP5\Pictures\télécharger.jpg"/>
          <p:cNvPicPr/>
          <p:nvPr/>
        </p:nvPicPr>
        <p:blipFill>
          <a:blip r:embed="rId4" cstate="print"/>
          <a:srcRect/>
          <a:stretch/>
        </p:blipFill>
        <p:spPr>
          <a:xfrm>
            <a:off x="685040" y="328890"/>
            <a:ext cx="822325" cy="774065"/>
          </a:xfrm>
          <a:prstGeom prst="rect">
            <a:avLst/>
          </a:prstGeom>
          <a:ln>
            <a:noFill/>
          </a:ln>
        </p:spPr>
      </p:pic>
      <p:sp>
        <p:nvSpPr>
          <p:cNvPr id="13" name="ZoneTexte 12"/>
          <p:cNvSpPr txBox="1"/>
          <p:nvPr/>
        </p:nvSpPr>
        <p:spPr>
          <a:xfrm>
            <a:off x="1552794" y="4666689"/>
            <a:ext cx="9204960" cy="400110"/>
          </a:xfrm>
          <a:prstGeom prst="rect">
            <a:avLst/>
          </a:prstGeom>
          <a:noFill/>
        </p:spPr>
        <p:txBody>
          <a:bodyPr wrap="square" rtlCol="0">
            <a:spAutoFit/>
          </a:bodyPr>
          <a:lstStyle/>
          <a:p>
            <a:pPr lvl="0" algn="ctr"/>
            <a:r>
              <a:rPr lang="fr-FR" sz="2000" b="1" dirty="0" smtClean="0">
                <a:latin typeface="Century Gothic" panose="020B0502020202020204" pitchFamily="34" charset="0"/>
              </a:rPr>
              <a:t>Encadré </a:t>
            </a:r>
            <a:r>
              <a:rPr lang="fr-FR" sz="2000" b="1" dirty="0">
                <a:latin typeface="Century Gothic" panose="020B0502020202020204" pitchFamily="34" charset="0"/>
              </a:rPr>
              <a:t>par</a:t>
            </a:r>
            <a:r>
              <a:rPr lang="fr-FR" sz="2000" dirty="0">
                <a:latin typeface="Century Gothic" panose="020B0502020202020204" pitchFamily="34" charset="0"/>
              </a:rPr>
              <a:t> : </a:t>
            </a:r>
            <a:r>
              <a:rPr lang="fr-FR" sz="2000" dirty="0" smtClean="0">
                <a:latin typeface="Century Gothic" panose="020B0502020202020204" pitchFamily="34" charset="0"/>
              </a:rPr>
              <a:t>Dr MOYOU Lionel</a:t>
            </a:r>
            <a:endParaRPr lang="fr-FR" sz="2000" dirty="0">
              <a:latin typeface="Century Gothic" panose="020B0502020202020204" pitchFamily="34" charset="0"/>
            </a:endParaRPr>
          </a:p>
        </p:txBody>
      </p:sp>
    </p:spTree>
    <p:extLst>
      <p:ext uri="{BB962C8B-B14F-4D97-AF65-F5344CB8AC3E}">
        <p14:creationId xmlns:p14="http://schemas.microsoft.com/office/powerpoint/2010/main" val="4517204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55A31"/>
        </a:solidFill>
        <a:effectLst/>
      </p:bgPr>
    </p:bg>
    <p:spTree>
      <p:nvGrpSpPr>
        <p:cNvPr id="1" name=""/>
        <p:cNvGrpSpPr/>
        <p:nvPr/>
      </p:nvGrpSpPr>
      <p:grpSpPr>
        <a:xfrm>
          <a:off x="0" y="0"/>
          <a:ext cx="0" cy="0"/>
          <a:chOff x="0" y="0"/>
          <a:chExt cx="0" cy="0"/>
        </a:xfrm>
      </p:grpSpPr>
      <p:sp>
        <p:nvSpPr>
          <p:cNvPr id="73" name="ZoneTexte 72"/>
          <p:cNvSpPr txBox="1"/>
          <p:nvPr/>
        </p:nvSpPr>
        <p:spPr>
          <a:xfrm>
            <a:off x="5330096" y="1271691"/>
            <a:ext cx="6300430"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M" sz="2400" b="1" i="0" u="none" strike="noStrike" kern="1200" cap="none" spc="0" normalizeH="0" baseline="0" noProof="0" dirty="0" smtClean="0">
                <a:ln>
                  <a:noFill/>
                </a:ln>
                <a:solidFill>
                  <a:srgbClr val="F4B183"/>
                </a:solidFill>
                <a:effectLst>
                  <a:outerShdw blurRad="63500" sx="102000" sy="102000" algn="ctr" rotWithShape="0">
                    <a:prstClr val="black">
                      <a:alpha val="40000"/>
                    </a:prstClr>
                  </a:outerShdw>
                </a:effectLst>
                <a:uLnTx/>
                <a:uFillTx/>
                <a:latin typeface="Cambria" panose="02040503050406030204" pitchFamily="18" charset="0"/>
                <a:ea typeface="Cambria" panose="02040503050406030204" pitchFamily="18" charset="0"/>
                <a:cs typeface="Tahoma" panose="020B0604030504040204" pitchFamily="34" charset="0"/>
              </a:rPr>
              <a:t>MISE EN ŒUVRE D’UN OUTIL D’AIDE A LA MIGRATION POUR LES ENVIRONNEMENTS CONTENEURISES</a:t>
            </a:r>
            <a:endParaRPr kumimoji="0" lang="en-US" sz="2400" b="1" i="0" u="none" strike="noStrike" kern="1200" cap="none" spc="0" normalizeH="0" baseline="0" noProof="0" dirty="0">
              <a:ln>
                <a:noFill/>
              </a:ln>
              <a:solidFill>
                <a:srgbClr val="F4B183"/>
              </a:solidFill>
              <a:effectLst>
                <a:outerShdw blurRad="63500" sx="102000" sy="102000" algn="ctr" rotWithShape="0">
                  <a:prstClr val="black">
                    <a:alpha val="40000"/>
                  </a:prstClr>
                </a:outerShdw>
              </a:effectLst>
              <a:uLnTx/>
              <a:uFillTx/>
              <a:latin typeface="Cambria" panose="02040503050406030204" pitchFamily="18" charset="0"/>
              <a:ea typeface="Cambria" panose="02040503050406030204" pitchFamily="18" charset="0"/>
              <a:cs typeface="Tahoma" panose="020B0604030504040204" pitchFamily="34" charset="0"/>
            </a:endParaRPr>
          </a:p>
        </p:txBody>
      </p:sp>
      <p:grpSp>
        <p:nvGrpSpPr>
          <p:cNvPr id="50" name="Groupe 49"/>
          <p:cNvGrpSpPr/>
          <p:nvPr/>
        </p:nvGrpSpPr>
        <p:grpSpPr>
          <a:xfrm>
            <a:off x="-5918928" y="0"/>
            <a:ext cx="11249024" cy="6858001"/>
            <a:chOff x="770627" y="0"/>
            <a:chExt cx="11249024" cy="6858001"/>
          </a:xfrm>
        </p:grpSpPr>
        <p:grpSp>
          <p:nvGrpSpPr>
            <p:cNvPr id="41" name="Groupe 40"/>
            <p:cNvGrpSpPr/>
            <p:nvPr/>
          </p:nvGrpSpPr>
          <p:grpSpPr>
            <a:xfrm>
              <a:off x="770627" y="0"/>
              <a:ext cx="11249024" cy="6858001"/>
              <a:chOff x="0" y="0"/>
              <a:chExt cx="11249024" cy="6858001"/>
            </a:xfrm>
            <a:effectLst>
              <a:outerShdw blurRad="254000" dist="88900" algn="ctr" rotWithShape="0">
                <a:srgbClr val="000000">
                  <a:alpha val="40000"/>
                </a:srgbClr>
              </a:outerShdw>
            </a:effectLst>
          </p:grpSpPr>
          <p:sp>
            <p:nvSpPr>
              <p:cNvPr id="2" name="Rectangle 1"/>
              <p:cNvSpPr/>
              <p:nvPr/>
            </p:nvSpPr>
            <p:spPr>
              <a:xfrm>
                <a:off x="0" y="0"/>
                <a:ext cx="10477500" cy="6858001"/>
              </a:xfrm>
              <a:prstGeom prst="rect">
                <a:avLst/>
              </a:prstGeom>
              <a:solidFill>
                <a:schemeClr val="accent2">
                  <a:lumMod val="60000"/>
                  <a:lumOff val="40000"/>
                </a:schemeClr>
              </a:solidFill>
              <a:ln>
                <a:noFill/>
              </a:ln>
              <a:effectLst>
                <a:outerShdw blurRad="254000" dist="889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grpSp>
            <p:nvGrpSpPr>
              <p:cNvPr id="6" name="Groupe 5"/>
              <p:cNvGrpSpPr/>
              <p:nvPr/>
            </p:nvGrpSpPr>
            <p:grpSpPr>
              <a:xfrm rot="10800000">
                <a:off x="10477499" y="4467224"/>
                <a:ext cx="771525" cy="1104901"/>
                <a:chOff x="1714500" y="2981325"/>
                <a:chExt cx="809625" cy="1057275"/>
              </a:xfrm>
              <a:solidFill>
                <a:schemeClr val="accent2">
                  <a:lumMod val="60000"/>
                  <a:lumOff val="40000"/>
                </a:schemeClr>
              </a:solidFill>
            </p:grpSpPr>
            <p:sp>
              <p:nvSpPr>
                <p:cNvPr id="7" name="Rectangle avec coins arrondis du même côté 6"/>
                <p:cNvSpPr/>
                <p:nvPr/>
              </p:nvSpPr>
              <p:spPr>
                <a:xfrm rot="16200000">
                  <a:off x="1590675" y="3105150"/>
                  <a:ext cx="1057275" cy="809625"/>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sp>
              <p:nvSpPr>
                <p:cNvPr id="8" name="ZoneTexte 7"/>
                <p:cNvSpPr txBox="1"/>
                <p:nvPr/>
              </p:nvSpPr>
              <p:spPr>
                <a:xfrm rot="10800000">
                  <a:off x="1866900" y="3048000"/>
                  <a:ext cx="638175" cy="830997"/>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srgbClr val="C55A11"/>
                      </a:solidFill>
                      <a:effectLst/>
                      <a:uLnTx/>
                      <a:uFillTx/>
                      <a:latin typeface="Calibri" panose="020F0502020204030204"/>
                      <a:ea typeface="+mn-ea"/>
                      <a:cs typeface="+mn-cs"/>
                    </a:rPr>
                    <a:t>1</a:t>
                  </a:r>
                </a:p>
              </p:txBody>
            </p:sp>
          </p:grpSp>
        </p:grpSp>
        <p:sp>
          <p:nvSpPr>
            <p:cNvPr id="42" name="ZoneTexte 41"/>
            <p:cNvSpPr txBox="1"/>
            <p:nvPr/>
          </p:nvSpPr>
          <p:spPr>
            <a:xfrm>
              <a:off x="4209152" y="1054952"/>
              <a:ext cx="641985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prstClr val="black"/>
                  </a:solidFill>
                  <a:effectLst/>
                  <a:uLnTx/>
                  <a:uFillTx/>
                  <a:latin typeface="Cambria" panose="02040503050406030204" pitchFamily="18" charset="0"/>
                  <a:ea typeface="Cambria" panose="02040503050406030204" pitchFamily="18" charset="0"/>
                  <a:cs typeface="+mn-cs"/>
                </a:rPr>
                <a:t>PLAN DE TRAVAIL</a:t>
              </a:r>
            </a:p>
          </p:txBody>
        </p:sp>
        <p:pic>
          <p:nvPicPr>
            <p:cNvPr id="45" name="Image 4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0362" y="2438399"/>
              <a:ext cx="2143125" cy="2143125"/>
            </a:xfrm>
            <a:prstGeom prst="rect">
              <a:avLst/>
            </a:prstGeom>
            <a:ln>
              <a:noFill/>
            </a:ln>
            <a:effectLst>
              <a:softEdge rad="112500"/>
            </a:effectLst>
          </p:spPr>
        </p:pic>
      </p:grpSp>
      <p:grpSp>
        <p:nvGrpSpPr>
          <p:cNvPr id="57" name="Groupe 56"/>
          <p:cNvGrpSpPr/>
          <p:nvPr/>
        </p:nvGrpSpPr>
        <p:grpSpPr>
          <a:xfrm>
            <a:off x="-6806865" y="-9525"/>
            <a:ext cx="11249024" cy="6858001"/>
            <a:chOff x="-305249" y="-9525"/>
            <a:chExt cx="11249024" cy="6858001"/>
          </a:xfrm>
        </p:grpSpPr>
        <p:grpSp>
          <p:nvGrpSpPr>
            <p:cNvPr id="40" name="Groupe 39"/>
            <p:cNvGrpSpPr/>
            <p:nvPr/>
          </p:nvGrpSpPr>
          <p:grpSpPr>
            <a:xfrm>
              <a:off x="-305249" y="-9525"/>
              <a:ext cx="11249024" cy="6858001"/>
              <a:chOff x="-1390650" y="9525"/>
              <a:chExt cx="11249024" cy="6858001"/>
            </a:xfrm>
            <a:effectLst>
              <a:outerShdw blurRad="254000" dist="88900" algn="ctr" rotWithShape="0">
                <a:srgbClr val="000000">
                  <a:alpha val="40000"/>
                </a:srgbClr>
              </a:outerShdw>
            </a:effectLst>
          </p:grpSpPr>
          <p:grpSp>
            <p:nvGrpSpPr>
              <p:cNvPr id="22" name="Groupe 21"/>
              <p:cNvGrpSpPr/>
              <p:nvPr/>
            </p:nvGrpSpPr>
            <p:grpSpPr>
              <a:xfrm rot="10800000">
                <a:off x="9086849" y="3543299"/>
                <a:ext cx="771525" cy="1104901"/>
                <a:chOff x="1714500" y="2981325"/>
                <a:chExt cx="809625" cy="1057275"/>
              </a:xfrm>
              <a:solidFill>
                <a:schemeClr val="accent2">
                  <a:lumMod val="40000"/>
                  <a:lumOff val="60000"/>
                </a:schemeClr>
              </a:solidFill>
            </p:grpSpPr>
            <p:sp>
              <p:nvSpPr>
                <p:cNvPr id="23" name="Rectangle avec coins arrondis du même côté 22"/>
                <p:cNvSpPr/>
                <p:nvPr/>
              </p:nvSpPr>
              <p:spPr>
                <a:xfrm rot="16200000">
                  <a:off x="1590675" y="3105150"/>
                  <a:ext cx="1057275" cy="809625"/>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sp>
              <p:nvSpPr>
                <p:cNvPr id="24" name="ZoneTexte 23"/>
                <p:cNvSpPr txBox="1"/>
                <p:nvPr/>
              </p:nvSpPr>
              <p:spPr>
                <a:xfrm rot="10800000">
                  <a:off x="1866900" y="3083820"/>
                  <a:ext cx="638175" cy="795177"/>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srgbClr val="C55A11"/>
                      </a:solidFill>
                      <a:effectLst/>
                      <a:uLnTx/>
                      <a:uFillTx/>
                      <a:latin typeface="Calibri" panose="020F0502020204030204"/>
                      <a:ea typeface="+mn-ea"/>
                      <a:cs typeface="+mn-cs"/>
                    </a:rPr>
                    <a:t>2</a:t>
                  </a:r>
                </a:p>
              </p:txBody>
            </p:sp>
          </p:grpSp>
          <p:sp>
            <p:nvSpPr>
              <p:cNvPr id="21" name="Rectangle 20"/>
              <p:cNvSpPr/>
              <p:nvPr/>
            </p:nvSpPr>
            <p:spPr>
              <a:xfrm>
                <a:off x="-1390650" y="9525"/>
                <a:ext cx="10477500" cy="685800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grpSp>
        <p:sp>
          <p:nvSpPr>
            <p:cNvPr id="51" name="ZoneTexte 50"/>
            <p:cNvSpPr txBox="1"/>
            <p:nvPr/>
          </p:nvSpPr>
          <p:spPr>
            <a:xfrm>
              <a:off x="5590725" y="571500"/>
              <a:ext cx="2486475"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01</a:t>
              </a:r>
            </a:p>
          </p:txBody>
        </p:sp>
        <p:sp>
          <p:nvSpPr>
            <p:cNvPr id="52" name="ZoneTexte 51"/>
            <p:cNvSpPr txBox="1"/>
            <p:nvPr/>
          </p:nvSpPr>
          <p:spPr>
            <a:xfrm>
              <a:off x="4667250" y="2095500"/>
              <a:ext cx="470534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INTRODUCTION</a:t>
              </a:r>
            </a:p>
          </p:txBody>
        </p:sp>
        <p:pic>
          <p:nvPicPr>
            <p:cNvPr id="54" name="Image 5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8298" y="3142351"/>
              <a:ext cx="3372302" cy="3372302"/>
            </a:xfrm>
            <a:prstGeom prst="ellipse">
              <a:avLst/>
            </a:prstGeom>
            <a:ln>
              <a:noFill/>
            </a:ln>
            <a:effectLst>
              <a:softEdge rad="112500"/>
            </a:effectLst>
          </p:spPr>
        </p:pic>
      </p:grpSp>
      <p:grpSp>
        <p:nvGrpSpPr>
          <p:cNvPr id="64" name="Groupe 63"/>
          <p:cNvGrpSpPr/>
          <p:nvPr/>
        </p:nvGrpSpPr>
        <p:grpSpPr>
          <a:xfrm>
            <a:off x="-7607871" y="-19050"/>
            <a:ext cx="11177563" cy="6858001"/>
            <a:chOff x="-1062692" y="-19050"/>
            <a:chExt cx="11177563" cy="6858001"/>
          </a:xfrm>
        </p:grpSpPr>
        <p:grpSp>
          <p:nvGrpSpPr>
            <p:cNvPr id="61" name="Groupe 60"/>
            <p:cNvGrpSpPr/>
            <p:nvPr/>
          </p:nvGrpSpPr>
          <p:grpSpPr>
            <a:xfrm>
              <a:off x="-1062692" y="-19050"/>
              <a:ext cx="11177563" cy="6858001"/>
              <a:chOff x="-8485879" y="-9525"/>
              <a:chExt cx="11177563" cy="6858001"/>
            </a:xfrm>
          </p:grpSpPr>
          <p:grpSp>
            <p:nvGrpSpPr>
              <p:cNvPr id="26" name="Groupe 25"/>
              <p:cNvGrpSpPr/>
              <p:nvPr/>
            </p:nvGrpSpPr>
            <p:grpSpPr>
              <a:xfrm rot="10800000">
                <a:off x="1912985" y="2971799"/>
                <a:ext cx="778699" cy="1104901"/>
                <a:chOff x="1866900" y="2981325"/>
                <a:chExt cx="817153" cy="1057275"/>
              </a:xfrm>
              <a:solidFill>
                <a:schemeClr val="accent2">
                  <a:lumMod val="60000"/>
                  <a:lumOff val="40000"/>
                </a:schemeClr>
              </a:solidFill>
            </p:grpSpPr>
            <p:sp>
              <p:nvSpPr>
                <p:cNvPr id="27" name="Rectangle avec coins arrondis du même côté 26"/>
                <p:cNvSpPr/>
                <p:nvPr/>
              </p:nvSpPr>
              <p:spPr>
                <a:xfrm rot="16200000">
                  <a:off x="1750603" y="3105150"/>
                  <a:ext cx="1057275" cy="809625"/>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sp>
              <p:nvSpPr>
                <p:cNvPr id="28" name="ZoneTexte 27"/>
                <p:cNvSpPr txBox="1"/>
                <p:nvPr/>
              </p:nvSpPr>
              <p:spPr>
                <a:xfrm rot="10800000">
                  <a:off x="1866900" y="3083820"/>
                  <a:ext cx="638173" cy="795177"/>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srgbClr val="C55A11"/>
                      </a:solidFill>
                      <a:effectLst/>
                      <a:uLnTx/>
                      <a:uFillTx/>
                      <a:latin typeface="Calibri" panose="020F0502020204030204"/>
                      <a:ea typeface="+mn-ea"/>
                      <a:cs typeface="+mn-cs"/>
                    </a:rPr>
                    <a:t>3</a:t>
                  </a:r>
                </a:p>
              </p:txBody>
            </p:sp>
          </p:grpSp>
          <p:sp>
            <p:nvSpPr>
              <p:cNvPr id="25" name="Rectangle 24"/>
              <p:cNvSpPr/>
              <p:nvPr/>
            </p:nvSpPr>
            <p:spPr>
              <a:xfrm>
                <a:off x="-8485879" y="-9525"/>
                <a:ext cx="10477499" cy="685800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grpSp>
        <p:sp>
          <p:nvSpPr>
            <p:cNvPr id="62" name="ZoneTexte 61"/>
            <p:cNvSpPr txBox="1"/>
            <p:nvPr/>
          </p:nvSpPr>
          <p:spPr>
            <a:xfrm>
              <a:off x="4301506" y="626818"/>
              <a:ext cx="2217381"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6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02</a:t>
              </a:r>
            </a:p>
          </p:txBody>
        </p:sp>
        <p:sp>
          <p:nvSpPr>
            <p:cNvPr id="63" name="ZoneTexte 62"/>
            <p:cNvSpPr txBox="1"/>
            <p:nvPr/>
          </p:nvSpPr>
          <p:spPr>
            <a:xfrm>
              <a:off x="2802169" y="1771202"/>
              <a:ext cx="579708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INTERET DU SUJET</a:t>
              </a:r>
            </a:p>
          </p:txBody>
        </p:sp>
      </p:grpSp>
      <p:grpSp>
        <p:nvGrpSpPr>
          <p:cNvPr id="69" name="Groupe 68"/>
          <p:cNvGrpSpPr/>
          <p:nvPr/>
        </p:nvGrpSpPr>
        <p:grpSpPr>
          <a:xfrm>
            <a:off x="-8566833" y="-9525"/>
            <a:ext cx="11249024" cy="6858001"/>
            <a:chOff x="-2021654" y="-9525"/>
            <a:chExt cx="11249024" cy="6858001"/>
          </a:xfrm>
        </p:grpSpPr>
        <p:grpSp>
          <p:nvGrpSpPr>
            <p:cNvPr id="38" name="Groupe 37"/>
            <p:cNvGrpSpPr/>
            <p:nvPr/>
          </p:nvGrpSpPr>
          <p:grpSpPr>
            <a:xfrm>
              <a:off x="-2021654" y="-9525"/>
              <a:ext cx="11249024" cy="6858001"/>
              <a:chOff x="-3962400" y="9525"/>
              <a:chExt cx="11249024" cy="6858001"/>
            </a:xfrm>
            <a:effectLst>
              <a:outerShdw blurRad="254000" dist="88900" algn="ctr" rotWithShape="0">
                <a:srgbClr val="000000">
                  <a:alpha val="40000"/>
                </a:srgbClr>
              </a:outerShdw>
            </a:effectLst>
          </p:grpSpPr>
          <p:sp>
            <p:nvSpPr>
              <p:cNvPr id="29" name="Rectangle 28"/>
              <p:cNvSpPr/>
              <p:nvPr/>
            </p:nvSpPr>
            <p:spPr>
              <a:xfrm>
                <a:off x="-3962400" y="9525"/>
                <a:ext cx="10477500" cy="685800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grpSp>
            <p:nvGrpSpPr>
              <p:cNvPr id="30" name="Groupe 29"/>
              <p:cNvGrpSpPr/>
              <p:nvPr/>
            </p:nvGrpSpPr>
            <p:grpSpPr>
              <a:xfrm rot="10800000">
                <a:off x="6515099" y="1885949"/>
                <a:ext cx="771525" cy="1104901"/>
                <a:chOff x="1714500" y="2981325"/>
                <a:chExt cx="809625" cy="1057275"/>
              </a:xfrm>
              <a:solidFill>
                <a:schemeClr val="accent2">
                  <a:lumMod val="20000"/>
                  <a:lumOff val="80000"/>
                </a:schemeClr>
              </a:solidFill>
            </p:grpSpPr>
            <p:sp>
              <p:nvSpPr>
                <p:cNvPr id="31" name="Rectangle avec coins arrondis du même côté 30"/>
                <p:cNvSpPr/>
                <p:nvPr/>
              </p:nvSpPr>
              <p:spPr>
                <a:xfrm rot="16200000">
                  <a:off x="1590675" y="3105150"/>
                  <a:ext cx="1057275" cy="809625"/>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sp>
              <p:nvSpPr>
                <p:cNvPr id="32" name="ZoneTexte 31"/>
                <p:cNvSpPr txBox="1"/>
                <p:nvPr/>
              </p:nvSpPr>
              <p:spPr>
                <a:xfrm rot="10800000">
                  <a:off x="1866900" y="3083820"/>
                  <a:ext cx="638175" cy="795177"/>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srgbClr val="C55A11"/>
                      </a:solidFill>
                      <a:effectLst/>
                      <a:uLnTx/>
                      <a:uFillTx/>
                      <a:latin typeface="Calibri" panose="020F0502020204030204"/>
                      <a:ea typeface="+mn-ea"/>
                      <a:cs typeface="+mn-cs"/>
                    </a:rPr>
                    <a:t>4</a:t>
                  </a:r>
                </a:p>
              </p:txBody>
            </p:sp>
          </p:grpSp>
        </p:grpSp>
        <p:sp>
          <p:nvSpPr>
            <p:cNvPr id="67" name="ZoneTexte 66"/>
            <p:cNvSpPr txBox="1"/>
            <p:nvPr/>
          </p:nvSpPr>
          <p:spPr>
            <a:xfrm>
              <a:off x="3174662" y="721737"/>
              <a:ext cx="2217381"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6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03</a:t>
              </a:r>
            </a:p>
          </p:txBody>
        </p:sp>
        <p:sp>
          <p:nvSpPr>
            <p:cNvPr id="68" name="ZoneTexte 67"/>
            <p:cNvSpPr txBox="1"/>
            <p:nvPr/>
          </p:nvSpPr>
          <p:spPr>
            <a:xfrm>
              <a:off x="1567560" y="1922337"/>
              <a:ext cx="579708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PROBLEMATIQUE</a:t>
              </a:r>
            </a:p>
          </p:txBody>
        </p:sp>
      </p:grpSp>
      <p:grpSp>
        <p:nvGrpSpPr>
          <p:cNvPr id="72" name="Groupe 71"/>
          <p:cNvGrpSpPr/>
          <p:nvPr/>
        </p:nvGrpSpPr>
        <p:grpSpPr>
          <a:xfrm>
            <a:off x="-9486858" y="-28575"/>
            <a:ext cx="11249024" cy="6858001"/>
            <a:chOff x="-3070015" y="-28575"/>
            <a:chExt cx="11249024" cy="6858001"/>
          </a:xfrm>
        </p:grpSpPr>
        <p:grpSp>
          <p:nvGrpSpPr>
            <p:cNvPr id="37" name="Groupe 36"/>
            <p:cNvGrpSpPr/>
            <p:nvPr/>
          </p:nvGrpSpPr>
          <p:grpSpPr>
            <a:xfrm>
              <a:off x="-3070015" y="-28575"/>
              <a:ext cx="11249024" cy="6858001"/>
              <a:chOff x="-5219700" y="19050"/>
              <a:chExt cx="11249024" cy="6858001"/>
            </a:xfrm>
            <a:effectLst>
              <a:outerShdw blurRad="254000" dist="88900" algn="ctr" rotWithShape="0">
                <a:srgbClr val="000000">
                  <a:alpha val="40000"/>
                </a:srgbClr>
              </a:outerShdw>
            </a:effectLst>
          </p:grpSpPr>
          <p:grpSp>
            <p:nvGrpSpPr>
              <p:cNvPr id="34" name="Groupe 33"/>
              <p:cNvGrpSpPr/>
              <p:nvPr/>
            </p:nvGrpSpPr>
            <p:grpSpPr>
              <a:xfrm rot="10800000">
                <a:off x="5257799" y="1152524"/>
                <a:ext cx="771525" cy="1104901"/>
                <a:chOff x="1714500" y="2981325"/>
                <a:chExt cx="809625" cy="1057275"/>
              </a:xfrm>
              <a:solidFill>
                <a:schemeClr val="accent4">
                  <a:lumMod val="40000"/>
                  <a:lumOff val="60000"/>
                </a:schemeClr>
              </a:solidFill>
            </p:grpSpPr>
            <p:sp>
              <p:nvSpPr>
                <p:cNvPr id="35" name="Rectangle avec coins arrondis du même côté 34"/>
                <p:cNvSpPr/>
                <p:nvPr/>
              </p:nvSpPr>
              <p:spPr>
                <a:xfrm rot="16200000">
                  <a:off x="1590675" y="3105150"/>
                  <a:ext cx="1057275" cy="809625"/>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sp>
              <p:nvSpPr>
                <p:cNvPr id="36" name="ZoneTexte 35"/>
                <p:cNvSpPr txBox="1"/>
                <p:nvPr/>
              </p:nvSpPr>
              <p:spPr>
                <a:xfrm rot="10800000">
                  <a:off x="1866900" y="3083820"/>
                  <a:ext cx="638175" cy="795177"/>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smtClean="0">
                      <a:ln>
                        <a:noFill/>
                      </a:ln>
                      <a:solidFill>
                        <a:srgbClr val="C55A11"/>
                      </a:solidFill>
                      <a:effectLst/>
                      <a:uLnTx/>
                      <a:uFillTx/>
                      <a:latin typeface="Calibri" panose="020F0502020204030204"/>
                      <a:ea typeface="+mn-ea"/>
                      <a:cs typeface="+mn-cs"/>
                    </a:rPr>
                    <a:t>5</a:t>
                  </a:r>
                </a:p>
              </p:txBody>
            </p:sp>
          </p:grpSp>
          <p:sp>
            <p:nvSpPr>
              <p:cNvPr id="33" name="Rectangle 32"/>
              <p:cNvSpPr/>
              <p:nvPr/>
            </p:nvSpPr>
            <p:spPr>
              <a:xfrm>
                <a:off x="-5219700" y="19050"/>
                <a:ext cx="10477500" cy="6858001"/>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smtClean="0">
                  <a:ln>
                    <a:noFill/>
                  </a:ln>
                  <a:solidFill>
                    <a:prstClr val="white"/>
                  </a:solidFill>
                  <a:effectLst/>
                  <a:uLnTx/>
                  <a:uFillTx/>
                  <a:latin typeface="Calibri" panose="020F0502020204030204"/>
                  <a:ea typeface="+mn-ea"/>
                  <a:cs typeface="+mn-cs"/>
                </a:endParaRPr>
              </a:p>
            </p:txBody>
          </p:sp>
        </p:grpSp>
        <p:sp>
          <p:nvSpPr>
            <p:cNvPr id="70" name="ZoneTexte 69"/>
            <p:cNvSpPr txBox="1"/>
            <p:nvPr/>
          </p:nvSpPr>
          <p:spPr>
            <a:xfrm>
              <a:off x="330768" y="721737"/>
              <a:ext cx="494697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6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04</a:t>
              </a:r>
            </a:p>
          </p:txBody>
        </p:sp>
        <p:sp>
          <p:nvSpPr>
            <p:cNvPr id="71" name="ZoneTexte 70"/>
            <p:cNvSpPr txBox="1"/>
            <p:nvPr/>
          </p:nvSpPr>
          <p:spPr>
            <a:xfrm>
              <a:off x="330768" y="2006128"/>
              <a:ext cx="4946976"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600" b="1" i="0" u="none" strike="noStrike" kern="1200" cap="none" spc="0" normalizeH="0" baseline="0" noProof="0" dirty="0" smtClean="0">
                  <a:ln>
                    <a:noFill/>
                  </a:ln>
                  <a:solidFill>
                    <a:prstClr val="white"/>
                  </a:solidFill>
                  <a:effectLst/>
                  <a:uLnTx/>
                  <a:uFillTx/>
                  <a:latin typeface="Cambria" panose="02040503050406030204" pitchFamily="18" charset="0"/>
                  <a:ea typeface="Cambria" panose="02040503050406030204" pitchFamily="18" charset="0"/>
                  <a:cs typeface="+mn-cs"/>
                </a:rPr>
                <a:t>TITRE 04</a:t>
              </a:r>
            </a:p>
          </p:txBody>
        </p:sp>
      </p:grpSp>
    </p:spTree>
    <p:extLst>
      <p:ext uri="{BB962C8B-B14F-4D97-AF65-F5344CB8AC3E}">
        <p14:creationId xmlns:p14="http://schemas.microsoft.com/office/powerpoint/2010/main" val="686181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1.45833E-6 0 L 0.56003 -0.00162 " pathEditMode="relative" rAng="0" ptsTypes="AA">
                                      <p:cBhvr>
                                        <p:cTn id="6" dur="1250" fill="hold"/>
                                        <p:tgtEl>
                                          <p:spTgt spid="50"/>
                                        </p:tgtEl>
                                        <p:attrNameLst>
                                          <p:attrName>ppt_x</p:attrName>
                                          <p:attrName>ppt_y</p:attrName>
                                        </p:attrNameLst>
                                      </p:cBhvr>
                                      <p:rCtr x="27995" y="-93"/>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1.45833E-6 0 L 0.56003 -0.00162 " pathEditMode="relative" rAng="0" ptsTypes="AA">
                                      <p:cBhvr>
                                        <p:cTn id="10" dur="1250" fill="hold"/>
                                        <p:tgtEl>
                                          <p:spTgt spid="57"/>
                                        </p:tgtEl>
                                        <p:attrNameLst>
                                          <p:attrName>ppt_x</p:attrName>
                                          <p:attrName>ppt_y</p:attrName>
                                        </p:attrNameLst>
                                      </p:cBhvr>
                                      <p:rCtr x="27995" y="-93"/>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1.45833E-6 0 L 0.56003 -0.00162 " pathEditMode="relative" rAng="0" ptsTypes="AA">
                                      <p:cBhvr>
                                        <p:cTn id="14" dur="1250" fill="hold"/>
                                        <p:tgtEl>
                                          <p:spTgt spid="64"/>
                                        </p:tgtEl>
                                        <p:attrNameLst>
                                          <p:attrName>ppt_x</p:attrName>
                                          <p:attrName>ppt_y</p:attrName>
                                        </p:attrNameLst>
                                      </p:cBhvr>
                                      <p:rCtr x="27995" y="-93"/>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1.45833E-6 0 L 0.56003 -0.00162 " pathEditMode="relative" rAng="0" ptsTypes="AA">
                                      <p:cBhvr>
                                        <p:cTn id="18" dur="1250" fill="hold"/>
                                        <p:tgtEl>
                                          <p:spTgt spid="69"/>
                                        </p:tgtEl>
                                        <p:attrNameLst>
                                          <p:attrName>ppt_x</p:attrName>
                                          <p:attrName>ppt_y</p:attrName>
                                        </p:attrNameLst>
                                      </p:cBhvr>
                                      <p:rCtr x="27995" y="-93"/>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1.45833E-6 0 L 0.56003 -0.00162 " pathEditMode="relative" rAng="0" ptsTypes="AA">
                                      <p:cBhvr>
                                        <p:cTn id="22" dur="1250" fill="hold"/>
                                        <p:tgtEl>
                                          <p:spTgt spid="72"/>
                                        </p:tgtEl>
                                        <p:attrNameLst>
                                          <p:attrName>ppt_x</p:attrName>
                                          <p:attrName>ppt_y</p:attrName>
                                        </p:attrNameLst>
                                      </p:cBhvr>
                                      <p:rCtr x="27995"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D1AF4CDD-825B-E78D-800A-46D4F89F614A}"/>
              </a:ext>
            </a:extLst>
          </p:cNvPr>
          <p:cNvSpPr txBox="1"/>
          <p:nvPr/>
        </p:nvSpPr>
        <p:spPr>
          <a:xfrm>
            <a:off x="1203960" y="1892657"/>
            <a:ext cx="9296400" cy="523220"/>
          </a:xfrm>
          <a:prstGeom prst="rect">
            <a:avLst/>
          </a:prstGeom>
          <a:noFill/>
        </p:spPr>
        <p:txBody>
          <a:bodyPr wrap="square" rtlCol="0">
            <a:spAutoFit/>
          </a:bodyPr>
          <a:lstStyle/>
          <a:p>
            <a:pPr lvl="0" algn="ctr" rtl="0"/>
            <a:r>
              <a:rPr lang="fr-FR" sz="28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28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5" name="Diagramme 4">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2874791262"/>
              </p:ext>
            </p:extLst>
          </p:nvPr>
        </p:nvGraphicFramePr>
        <p:xfrm>
          <a:off x="2738120" y="2365436"/>
          <a:ext cx="6685280" cy="397830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9906673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216734338"/>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D1AF4CDD-825B-E78D-800A-46D4F89F614A}"/>
              </a:ext>
            </a:extLst>
          </p:cNvPr>
          <p:cNvSpPr txBox="1"/>
          <p:nvPr/>
        </p:nvSpPr>
        <p:spPr>
          <a:xfrm>
            <a:off x="1203960" y="1892657"/>
            <a:ext cx="9296400" cy="523220"/>
          </a:xfrm>
          <a:prstGeom prst="rect">
            <a:avLst/>
          </a:prstGeom>
          <a:noFill/>
        </p:spPr>
        <p:txBody>
          <a:bodyPr wrap="square" rtlCol="0">
            <a:spAutoFit/>
          </a:bodyPr>
          <a:lstStyle/>
          <a:p>
            <a:pPr lvl="0" algn="ctr" rtl="0"/>
            <a:r>
              <a:rPr lang="fr-FR" sz="28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28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5" name="Diagramme 4">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2874791262"/>
              </p:ext>
            </p:extLst>
          </p:nvPr>
        </p:nvGraphicFramePr>
        <p:xfrm>
          <a:off x="2738120" y="2365436"/>
          <a:ext cx="6685280" cy="397830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4327280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4248146195"/>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D1AF4CDD-825B-E78D-800A-46D4F89F614A}"/>
              </a:ext>
            </a:extLst>
          </p:cNvPr>
          <p:cNvSpPr txBox="1"/>
          <p:nvPr/>
        </p:nvSpPr>
        <p:spPr>
          <a:xfrm>
            <a:off x="1203960" y="1892657"/>
            <a:ext cx="9296400" cy="523220"/>
          </a:xfrm>
          <a:prstGeom prst="rect">
            <a:avLst/>
          </a:prstGeom>
          <a:noFill/>
        </p:spPr>
        <p:txBody>
          <a:bodyPr wrap="square" rtlCol="0">
            <a:spAutoFit/>
          </a:bodyPr>
          <a:lstStyle/>
          <a:p>
            <a:pPr lvl="0" algn="ctr" rtl="0"/>
            <a:r>
              <a:rPr lang="fr-FR" sz="2800" dirty="0" smtClean="0">
                <a:latin typeface="Century Gothic" panose="020B0502020202020204" pitchFamily="34" charset="0"/>
                <a:ea typeface="Tahoma" panose="020B0604030504040204" pitchFamily="34" charset="0"/>
                <a:cs typeface="Tahoma" panose="020B0604030504040204" pitchFamily="34" charset="0"/>
              </a:rPr>
              <a:t>Contexte et justification</a:t>
            </a:r>
            <a:endParaRPr lang="fr-FR" sz="28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5" name="Diagramme 4">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1079234572"/>
              </p:ext>
            </p:extLst>
          </p:nvPr>
        </p:nvGraphicFramePr>
        <p:xfrm>
          <a:off x="2738120" y="2365436"/>
          <a:ext cx="6685280" cy="397830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539692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1038878537"/>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D1AF4CDD-825B-E78D-800A-46D4F89F614A}"/>
              </a:ext>
            </a:extLst>
          </p:cNvPr>
          <p:cNvSpPr txBox="1"/>
          <p:nvPr/>
        </p:nvSpPr>
        <p:spPr>
          <a:xfrm>
            <a:off x="1203960" y="1892657"/>
            <a:ext cx="9296400" cy="523220"/>
          </a:xfrm>
          <a:prstGeom prst="rect">
            <a:avLst/>
          </a:prstGeom>
          <a:noFill/>
        </p:spPr>
        <p:txBody>
          <a:bodyPr wrap="square" rtlCol="0">
            <a:spAutoFit/>
          </a:bodyPr>
          <a:lstStyle/>
          <a:p>
            <a:pPr lvl="0" algn="ctr" rtl="0"/>
            <a:r>
              <a:rPr lang="fr-FR" sz="2800" dirty="0" smtClean="0">
                <a:latin typeface="Century Gothic" panose="020B0502020202020204" pitchFamily="34" charset="0"/>
                <a:ea typeface="Tahoma" panose="020B0604030504040204" pitchFamily="34" charset="0"/>
                <a:cs typeface="Tahoma" panose="020B0604030504040204" pitchFamily="34" charset="0"/>
              </a:rPr>
              <a:t>Problématique actuelle</a:t>
            </a:r>
            <a:endParaRPr lang="fr-FR" sz="28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5" name="Diagramme 4">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22400041"/>
              </p:ext>
            </p:extLst>
          </p:nvPr>
        </p:nvGraphicFramePr>
        <p:xfrm>
          <a:off x="2738120" y="2365436"/>
          <a:ext cx="6685280" cy="397830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735418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1727477534"/>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617415" y="1185364"/>
            <a:ext cx="9882945" cy="553998"/>
          </a:xfrm>
          <a:prstGeom prst="rect">
            <a:avLst/>
          </a:prstGeom>
          <a:noFill/>
        </p:spPr>
        <p:txBody>
          <a:bodyPr wrap="square" rtlCol="0">
            <a:spAutoFit/>
          </a:bodyPr>
          <a:lstStyle/>
          <a:p>
            <a:pPr lvl="0" algn="ctr"/>
            <a:r>
              <a:rPr lang="fr-CM" sz="3000" dirty="0" smtClean="0">
                <a:latin typeface="Century Gothic" panose="020B0502020202020204" pitchFamily="34" charset="0"/>
                <a:ea typeface="Tahoma" panose="020B0604030504040204" pitchFamily="34" charset="0"/>
                <a:cs typeface="Tahoma" panose="020B0604030504040204" pitchFamily="34" charset="0"/>
              </a:rPr>
              <a:t>Questions de recherche</a:t>
            </a:r>
            <a:endParaRPr lang="fr-FR" sz="30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6" name="Diagramme 5">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1156742158"/>
              </p:ext>
            </p:extLst>
          </p:nvPr>
        </p:nvGraphicFramePr>
        <p:xfrm>
          <a:off x="1244906" y="1836418"/>
          <a:ext cx="9727894" cy="450732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422946053"/>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2718452061"/>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D1AF4CDD-825B-E78D-800A-46D4F89F614A}"/>
              </a:ext>
            </a:extLst>
          </p:cNvPr>
          <p:cNvSpPr txBox="1"/>
          <p:nvPr/>
        </p:nvSpPr>
        <p:spPr>
          <a:xfrm>
            <a:off x="1203960" y="1892657"/>
            <a:ext cx="9296400" cy="523220"/>
          </a:xfrm>
          <a:prstGeom prst="rect">
            <a:avLst/>
          </a:prstGeom>
          <a:noFill/>
        </p:spPr>
        <p:txBody>
          <a:bodyPr wrap="square" rtlCol="0">
            <a:spAutoFit/>
          </a:bodyPr>
          <a:lstStyle/>
          <a:p>
            <a:pPr lvl="0" algn="ctr" rtl="0"/>
            <a:r>
              <a:rPr lang="fr-FR" sz="2800" dirty="0" smtClean="0">
                <a:latin typeface="Century Gothic" panose="020B0502020202020204" pitchFamily="34" charset="0"/>
                <a:ea typeface="Tahoma" panose="020B0604030504040204" pitchFamily="34" charset="0"/>
                <a:cs typeface="Tahoma" panose="020B0604030504040204" pitchFamily="34" charset="0"/>
              </a:rPr>
              <a:t>objectifs</a:t>
            </a:r>
            <a:endParaRPr lang="fr-FR" sz="2800" dirty="0">
              <a:latin typeface="Century Gothic" panose="020B0502020202020204" pitchFamily="34" charset="0"/>
              <a:ea typeface="Tahoma" panose="020B0604030504040204" pitchFamily="34" charset="0"/>
              <a:cs typeface="Tahoma" panose="020B0604030504040204" pitchFamily="34" charset="0"/>
            </a:endParaRPr>
          </a:p>
        </p:txBody>
      </p:sp>
      <p:graphicFrame>
        <p:nvGraphicFramePr>
          <p:cNvPr id="5" name="Diagramme 4">
            <a:extLst>
              <a:ext uri="{FF2B5EF4-FFF2-40B4-BE49-F238E27FC236}">
                <a16:creationId xmlns:a16="http://schemas.microsoft.com/office/drawing/2014/main" id="{C19B6164-62F7-3CFE-6FFD-F2AD4DB269A0}"/>
              </a:ext>
            </a:extLst>
          </p:cNvPr>
          <p:cNvGraphicFramePr/>
          <p:nvPr>
            <p:extLst>
              <p:ext uri="{D42A27DB-BD31-4B8C-83A1-F6EECF244321}">
                <p14:modId xmlns:p14="http://schemas.microsoft.com/office/powerpoint/2010/main" val="3689444610"/>
              </p:ext>
            </p:extLst>
          </p:nvPr>
        </p:nvGraphicFramePr>
        <p:xfrm>
          <a:off x="2738120" y="2365436"/>
          <a:ext cx="6685280" cy="397830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1630470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682603935"/>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617415" y="1185364"/>
            <a:ext cx="9882945" cy="553998"/>
          </a:xfrm>
          <a:prstGeom prst="rect">
            <a:avLst/>
          </a:prstGeom>
          <a:noFill/>
        </p:spPr>
        <p:txBody>
          <a:bodyPr wrap="square" rtlCol="0">
            <a:spAutoFit/>
          </a:bodyPr>
          <a:lstStyle/>
          <a:p>
            <a:pPr lvl="0" algn="ctr"/>
            <a:r>
              <a:rPr lang="fr-CM" sz="3000" dirty="0" smtClean="0">
                <a:latin typeface="Century Gothic" panose="020B0502020202020204" pitchFamily="34" charset="0"/>
                <a:ea typeface="Tahoma" panose="020B0604030504040204" pitchFamily="34" charset="0"/>
                <a:cs typeface="Tahoma" panose="020B0604030504040204" pitchFamily="34" charset="0"/>
              </a:rPr>
              <a:t>Problèmes observes</a:t>
            </a:r>
            <a:endParaRPr lang="fr-FR" sz="3000" dirty="0">
              <a:latin typeface="Century Gothic" panose="020B0502020202020204" pitchFamily="34" charset="0"/>
              <a:ea typeface="Tahoma" panose="020B0604030504040204" pitchFamily="34" charset="0"/>
              <a:cs typeface="Tahoma" panose="020B0604030504040204" pitchFamily="34" charset="0"/>
            </a:endParaRPr>
          </a:p>
        </p:txBody>
      </p:sp>
      <p:sp>
        <p:nvSpPr>
          <p:cNvPr id="2" name="ZoneTexte 1"/>
          <p:cNvSpPr txBox="1"/>
          <p:nvPr/>
        </p:nvSpPr>
        <p:spPr>
          <a:xfrm>
            <a:off x="1145754" y="1836418"/>
            <a:ext cx="10069417" cy="4524315"/>
          </a:xfrm>
          <a:prstGeom prst="rect">
            <a:avLst/>
          </a:prstGeom>
          <a:noFill/>
        </p:spPr>
        <p:txBody>
          <a:bodyPr wrap="square" rtlCol="0">
            <a:spAutoFit/>
          </a:bodyPr>
          <a:lstStyle/>
          <a:p>
            <a:r>
              <a:rPr lang="fr-FR" dirty="0"/>
              <a:t>La migration d'applications web existantes vers un environnement conteneurisé, bien que prometteuse, ne s'effectue pas sans son lot de défis. Selon, les résultats des questionnaires par rapport au paysage de l’écosystème camerounais et les retours d'expérience de l'industrie déploiement, nous formulons ci-dessous les problèmes majeur observés ainsi que les hypothèses de gains attendus durant un tel projet de migration</a:t>
            </a:r>
            <a:r>
              <a:rPr lang="fr-FR" dirty="0" smtClean="0"/>
              <a:t>.</a:t>
            </a:r>
          </a:p>
          <a:p>
            <a:r>
              <a:rPr lang="fr-FR" b="1" dirty="0"/>
              <a:t>Problèmes Observés </a:t>
            </a:r>
            <a:endParaRPr lang="en-US" b="1" dirty="0"/>
          </a:p>
          <a:p>
            <a:r>
              <a:rPr lang="fr-FR" dirty="0"/>
              <a:t>Malgré les avantages, la migration d'applications web existantes vers un environnement conteneurisé est confrontée à des problèmes et défis non négligeables, notamment dans le contexte camerounais </a:t>
            </a:r>
            <a:r>
              <a:rPr lang="fr-FR" dirty="0" smtClean="0"/>
              <a:t>:</a:t>
            </a:r>
          </a:p>
          <a:p>
            <a:r>
              <a:rPr lang="fr-FR" b="1" dirty="0"/>
              <a:t>P1 : Complexité de la gestion des dépendances et des services externes.</a:t>
            </a:r>
            <a:r>
              <a:rPr lang="fr-FR" dirty="0"/>
              <a:t> </a:t>
            </a:r>
          </a:p>
          <a:p>
            <a:r>
              <a:rPr lang="fr-FR" b="1" dirty="0"/>
              <a:t>P2 : Gestion de la persistance des données.</a:t>
            </a:r>
            <a:r>
              <a:rPr lang="fr-FR" dirty="0"/>
              <a:t> </a:t>
            </a:r>
            <a:endParaRPr lang="fr-FR" dirty="0" smtClean="0"/>
          </a:p>
          <a:p>
            <a:r>
              <a:rPr lang="fr-FR" b="1" dirty="0"/>
              <a:t>P3 : Adaptation des configurations et des paramètres spécifiques à l'Environnement.</a:t>
            </a:r>
            <a:r>
              <a:rPr lang="fr-FR" dirty="0"/>
              <a:t> </a:t>
            </a:r>
            <a:endParaRPr lang="fr-FR" dirty="0" smtClean="0"/>
          </a:p>
          <a:p>
            <a:r>
              <a:rPr lang="fr-FR" b="1" dirty="0"/>
              <a:t>P4 : Défis liés à la sécurité des conteneurs et de l'orchestration.</a:t>
            </a:r>
            <a:r>
              <a:rPr lang="fr-FR" dirty="0"/>
              <a:t> </a:t>
            </a:r>
            <a:endParaRPr lang="fr-FR" dirty="0" smtClean="0"/>
          </a:p>
          <a:p>
            <a:r>
              <a:rPr lang="fr-FR" b="1" dirty="0"/>
              <a:t>P5 : Courbe d'apprentissage et manque de compétences locales</a:t>
            </a:r>
            <a:endParaRPr lang="fr-FR" dirty="0" smtClean="0"/>
          </a:p>
          <a:p>
            <a:endParaRPr lang="en-US" dirty="0"/>
          </a:p>
          <a:p>
            <a:endParaRPr lang="en-US" dirty="0"/>
          </a:p>
          <a:p>
            <a:endParaRPr lang="en-US" dirty="0"/>
          </a:p>
        </p:txBody>
      </p:sp>
    </p:spTree>
    <p:extLst>
      <p:ext uri="{BB962C8B-B14F-4D97-AF65-F5344CB8AC3E}">
        <p14:creationId xmlns:p14="http://schemas.microsoft.com/office/powerpoint/2010/main" val="405704268"/>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628644354"/>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617415" y="1185364"/>
            <a:ext cx="9882945" cy="1015663"/>
          </a:xfrm>
          <a:prstGeom prst="rect">
            <a:avLst/>
          </a:prstGeom>
          <a:noFill/>
        </p:spPr>
        <p:txBody>
          <a:bodyPr wrap="square" rtlCol="0">
            <a:spAutoFit/>
          </a:bodyPr>
          <a:lstStyle/>
          <a:p>
            <a:pPr algn="ctr"/>
            <a:r>
              <a:rPr lang="fr-FR" sz="3000" dirty="0">
                <a:latin typeface="Century Gothic" panose="020B0502020202020204" pitchFamily="34" charset="0"/>
                <a:ea typeface="Tahoma" panose="020B0604030504040204" pitchFamily="34" charset="0"/>
                <a:cs typeface="Tahoma" panose="020B0604030504040204" pitchFamily="34" charset="0"/>
              </a:rPr>
              <a:t>Hypothèses (Gains Attendus)</a:t>
            </a:r>
            <a:endParaRPr lang="en-US" sz="3000" dirty="0">
              <a:latin typeface="Century Gothic" panose="020B0502020202020204" pitchFamily="34" charset="0"/>
              <a:ea typeface="Tahoma" panose="020B0604030504040204" pitchFamily="34" charset="0"/>
              <a:cs typeface="Tahoma" panose="020B0604030504040204" pitchFamily="34" charset="0"/>
            </a:endParaRPr>
          </a:p>
          <a:p>
            <a:pPr lvl="0" algn="ctr"/>
            <a:endParaRPr lang="fr-FR" sz="3000" dirty="0">
              <a:latin typeface="Century Gothic" panose="020B0502020202020204" pitchFamily="34" charset="0"/>
              <a:ea typeface="Tahoma" panose="020B0604030504040204" pitchFamily="34" charset="0"/>
              <a:cs typeface="Tahoma" panose="020B0604030504040204" pitchFamily="34" charset="0"/>
            </a:endParaRPr>
          </a:p>
        </p:txBody>
      </p:sp>
      <p:sp>
        <p:nvSpPr>
          <p:cNvPr id="2" name="ZoneTexte 1"/>
          <p:cNvSpPr txBox="1"/>
          <p:nvPr/>
        </p:nvSpPr>
        <p:spPr>
          <a:xfrm>
            <a:off x="1178805" y="1836418"/>
            <a:ext cx="10069417" cy="5078313"/>
          </a:xfrm>
          <a:prstGeom prst="rect">
            <a:avLst/>
          </a:prstGeom>
          <a:noFill/>
        </p:spPr>
        <p:txBody>
          <a:bodyPr wrap="square" rtlCol="0">
            <a:spAutoFit/>
          </a:bodyPr>
          <a:lstStyle/>
          <a:p>
            <a:r>
              <a:rPr lang="fr-FR" dirty="0"/>
              <a:t>La migration d'applications web vers un environnement conteneurisé permettra d'atteindre les gains significatifs suivants </a:t>
            </a:r>
            <a:r>
              <a:rPr lang="fr-FR" dirty="0" smtClean="0"/>
              <a:t>:</a:t>
            </a:r>
          </a:p>
          <a:p>
            <a:endParaRPr lang="en-US" dirty="0"/>
          </a:p>
          <a:p>
            <a:r>
              <a:rPr lang="fr-FR" b="1" dirty="0"/>
              <a:t>H1 : Amélioration de la portabilité et de la cohérence des </a:t>
            </a:r>
            <a:r>
              <a:rPr lang="fr-FR" b="1" dirty="0" smtClean="0"/>
              <a:t>environnements (garantir l’</a:t>
            </a:r>
            <a:r>
              <a:rPr lang="fr-FR" b="1" dirty="0"/>
              <a:t>e</a:t>
            </a:r>
            <a:r>
              <a:rPr lang="fr-FR" b="1" dirty="0" smtClean="0"/>
              <a:t>xécution identique entre les environnements).</a:t>
            </a:r>
            <a:r>
              <a:rPr lang="fr-FR" dirty="0" smtClean="0"/>
              <a:t> </a:t>
            </a:r>
          </a:p>
          <a:p>
            <a:r>
              <a:rPr lang="fr-FR" b="1" dirty="0"/>
              <a:t>H2 : Optimisation de l'utilisation des ressources </a:t>
            </a:r>
            <a:r>
              <a:rPr lang="fr-FR" b="1" dirty="0" smtClean="0"/>
              <a:t>matérielles</a:t>
            </a:r>
          </a:p>
          <a:p>
            <a:r>
              <a:rPr lang="fr-FR" b="1" dirty="0"/>
              <a:t>H3 : Accélération des cycles de déploiement et simplification de la gestion.</a:t>
            </a:r>
            <a:r>
              <a:rPr lang="fr-FR" dirty="0"/>
              <a:t> </a:t>
            </a:r>
            <a:endParaRPr lang="fr-FR" dirty="0" smtClean="0"/>
          </a:p>
          <a:p>
            <a:r>
              <a:rPr lang="fr-FR" b="1" dirty="0"/>
              <a:t>H4 : Amélioration de la </a:t>
            </a:r>
            <a:r>
              <a:rPr lang="fr-FR" b="1" dirty="0" err="1"/>
              <a:t>scalabilité</a:t>
            </a:r>
            <a:r>
              <a:rPr lang="fr-FR" b="1" dirty="0"/>
              <a:t> et de la résilience des applications.</a:t>
            </a:r>
            <a:r>
              <a:rPr lang="fr-FR" dirty="0"/>
              <a:t> </a:t>
            </a:r>
            <a:endParaRPr lang="fr-FR" dirty="0" smtClean="0"/>
          </a:p>
          <a:p>
            <a:r>
              <a:rPr lang="fr-FR" b="1" dirty="0"/>
              <a:t>H5 : Réduction des Coûts opérationnels à long terme.</a:t>
            </a:r>
            <a:r>
              <a:rPr lang="fr-FR" dirty="0"/>
              <a:t> </a:t>
            </a:r>
            <a:endParaRPr lang="fr-FR" dirty="0" smtClean="0"/>
          </a:p>
          <a:p>
            <a:endParaRPr lang="fr-FR" dirty="0"/>
          </a:p>
          <a:p>
            <a:r>
              <a:rPr lang="fr-FR" dirty="0"/>
              <a:t>Ces hypothèses et problèmes serviront de fil conducteur à notre recherche, permettant d'analyser non seulement les bénéfices potentiels de la migration, mais aussi les obstacles concrets qui devront être adressés pour une transition réussie, en particulier dans le contexte spécifique du Cameroun.</a:t>
            </a:r>
            <a:endParaRPr lang="en-US" dirty="0"/>
          </a:p>
          <a:p>
            <a:endParaRPr lang="fr-FR" dirty="0" smtClean="0"/>
          </a:p>
          <a:p>
            <a:endParaRPr lang="fr-FR" dirty="0" smtClean="0"/>
          </a:p>
          <a:p>
            <a:endParaRPr lang="en-US" dirty="0"/>
          </a:p>
          <a:p>
            <a:endParaRPr lang="en-US" dirty="0"/>
          </a:p>
          <a:p>
            <a:endParaRPr lang="en-US" dirty="0"/>
          </a:p>
        </p:txBody>
      </p:sp>
    </p:spTree>
    <p:extLst>
      <p:ext uri="{BB962C8B-B14F-4D97-AF65-F5344CB8AC3E}">
        <p14:creationId xmlns:p14="http://schemas.microsoft.com/office/powerpoint/2010/main" val="2512490005"/>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2691637513"/>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Approche </a:t>
            </a:r>
            <a:r>
              <a:rPr lang="fr-CM" sz="3200" dirty="0" err="1" smtClean="0">
                <a:latin typeface="Century Gothic" panose="020B0502020202020204" pitchFamily="34" charset="0"/>
                <a:ea typeface="Tahoma" panose="020B0604030504040204" pitchFamily="34" charset="0"/>
                <a:cs typeface="Tahoma" panose="020B0604030504040204" pitchFamily="34" charset="0"/>
              </a:rPr>
              <a:t>methodologique</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 name="ZoneTexte 1"/>
          <p:cNvSpPr txBox="1"/>
          <p:nvPr/>
        </p:nvSpPr>
        <p:spPr>
          <a:xfrm>
            <a:off x="1165860" y="1674565"/>
            <a:ext cx="10489986" cy="5909310"/>
          </a:xfrm>
          <a:prstGeom prst="rect">
            <a:avLst/>
          </a:prstGeom>
          <a:noFill/>
        </p:spPr>
        <p:txBody>
          <a:bodyPr wrap="square" rtlCol="0">
            <a:spAutoFit/>
          </a:bodyPr>
          <a:lstStyle/>
          <a:p>
            <a:pPr lvl="0"/>
            <a:r>
              <a:rPr lang="fr-FR" b="1" dirty="0"/>
              <a:t>Approche de recherche choisie : Étude de cas comparative et expérimentation</a:t>
            </a:r>
            <a:endParaRPr lang="en-US" b="1" dirty="0"/>
          </a:p>
          <a:p>
            <a:r>
              <a:rPr lang="fr-FR" dirty="0"/>
              <a:t>L'objectif est de non seulement réaliser une migration, mais aussi d'évaluer l'efficacité et les bénéfices d'un outil d'automatisation dans ce processus</a:t>
            </a:r>
            <a:r>
              <a:rPr lang="fr-FR" dirty="0" smtClean="0"/>
              <a:t>.</a:t>
            </a:r>
          </a:p>
          <a:p>
            <a:r>
              <a:rPr lang="fr-FR" dirty="0"/>
              <a:t>Nous sélectionnerons une </a:t>
            </a:r>
            <a:r>
              <a:rPr lang="fr-FR" b="1" dirty="0"/>
              <a:t>application web existante</a:t>
            </a:r>
            <a:r>
              <a:rPr lang="fr-FR" dirty="0"/>
              <a:t>, idéalement représentative du patrimoine applicatif camerounais (par exemple, une application d'entreprise ou administrative, développée avec des technologies courantes comme </a:t>
            </a:r>
            <a:r>
              <a:rPr lang="fr-FR" b="1" dirty="0"/>
              <a:t>PHP/</a:t>
            </a:r>
            <a:r>
              <a:rPr lang="fr-FR" b="1" dirty="0" err="1"/>
              <a:t>Laravel</a:t>
            </a:r>
            <a:r>
              <a:rPr lang="fr-FR" b="1" dirty="0"/>
              <a:t>, Python/Django, Node.js/Express, ou Java/</a:t>
            </a:r>
            <a:r>
              <a:rPr lang="fr-FR" b="1" dirty="0" err="1"/>
              <a:t>Spring</a:t>
            </a:r>
            <a:r>
              <a:rPr lang="fr-FR" b="1" dirty="0"/>
              <a:t> Boot</a:t>
            </a:r>
            <a:r>
              <a:rPr lang="fr-FR" b="1" dirty="0" smtClean="0"/>
              <a:t>).</a:t>
            </a:r>
          </a:p>
          <a:p>
            <a:pPr lvl="0"/>
            <a:r>
              <a:rPr lang="fr-FR" b="1" dirty="0"/>
              <a:t>Approche Comparative </a:t>
            </a:r>
            <a:endParaRPr lang="en-US" dirty="0"/>
          </a:p>
          <a:p>
            <a:r>
              <a:rPr lang="fr-FR" dirty="0"/>
              <a:t> La migration de l'application sera effectuée selon </a:t>
            </a:r>
            <a:r>
              <a:rPr lang="fr-FR" b="1" dirty="0"/>
              <a:t>deux scénarios distincts</a:t>
            </a:r>
            <a:r>
              <a:rPr lang="fr-FR" dirty="0"/>
              <a:t> pour permettre une évaluation comparative de l'outil d'automatisation : </a:t>
            </a:r>
            <a:endParaRPr lang="en-US" dirty="0"/>
          </a:p>
          <a:p>
            <a:pPr marL="285750" indent="-285750">
              <a:buFontTx/>
              <a:buChar char="-"/>
            </a:pPr>
            <a:r>
              <a:rPr lang="fr-FR" b="1" dirty="0" smtClean="0"/>
              <a:t>Migration </a:t>
            </a:r>
            <a:r>
              <a:rPr lang="fr-FR" b="1" dirty="0"/>
              <a:t>Manuelle (Scénario de Référence) :</a:t>
            </a:r>
            <a:r>
              <a:rPr lang="fr-FR" dirty="0"/>
              <a:t> Les étapes de conteneurisation (création des </a:t>
            </a:r>
            <a:r>
              <a:rPr lang="fr-FR" dirty="0" err="1"/>
              <a:t>Dockerfiles</a:t>
            </a:r>
            <a:r>
              <a:rPr lang="fr-FR" dirty="0"/>
              <a:t>, configuration de Docker Compose) et de déploiement sur l'orchestrateur (manifestes </a:t>
            </a:r>
            <a:r>
              <a:rPr lang="fr-FR" dirty="0" err="1"/>
              <a:t>Kubernetes</a:t>
            </a:r>
            <a:r>
              <a:rPr lang="fr-FR" dirty="0"/>
              <a:t>) seront réalisées manuellement ou avec des scripts </a:t>
            </a:r>
            <a:r>
              <a:rPr lang="fr-FR" dirty="0" err="1" smtClean="0"/>
              <a:t>basiques,Ce</a:t>
            </a:r>
            <a:r>
              <a:rPr lang="fr-FR" dirty="0" smtClean="0"/>
              <a:t> </a:t>
            </a:r>
            <a:r>
              <a:rPr lang="fr-FR" dirty="0"/>
              <a:t>scénario établira une base de référence en termes de temps, d'efforts et de complexité perçue</a:t>
            </a:r>
            <a:r>
              <a:rPr lang="fr-FR" dirty="0" smtClean="0"/>
              <a:t>.</a:t>
            </a:r>
          </a:p>
          <a:p>
            <a:pPr marL="285750" indent="-285750">
              <a:buFontTx/>
              <a:buChar char="-"/>
            </a:pPr>
            <a:r>
              <a:rPr lang="fr-FR" b="1" dirty="0"/>
              <a:t>Migration Assistée par un Outil d'Automatisation :</a:t>
            </a:r>
            <a:r>
              <a:rPr lang="fr-FR" dirty="0"/>
              <a:t> La même application sera migrée en utilisant un </a:t>
            </a:r>
            <a:r>
              <a:rPr lang="fr-FR" b="1" dirty="0"/>
              <a:t>outil d'aide automatisé</a:t>
            </a:r>
            <a:r>
              <a:rPr lang="fr-FR" dirty="0"/>
              <a:t> conçu pour faciliter la conteneurisation et la génération des artefacts de déploiement. Ce scénario permettra d'évaluer l'impact direct de l'outil sur le processus.</a:t>
            </a:r>
            <a:endParaRPr lang="en-US" dirty="0"/>
          </a:p>
          <a:p>
            <a:pPr marL="285750" indent="-285750">
              <a:buFontTx/>
              <a:buChar char="-"/>
            </a:pPr>
            <a:endParaRPr lang="en-US" dirty="0"/>
          </a:p>
          <a:p>
            <a:pPr marL="285750" indent="-285750">
              <a:buFontTx/>
              <a:buChar char="-"/>
            </a:pPr>
            <a:endParaRPr lang="fr-FR" dirty="0" smtClean="0"/>
          </a:p>
          <a:p>
            <a:pPr marL="285750" indent="-285750">
              <a:buFontTx/>
              <a:buChar char="-"/>
            </a:pPr>
            <a:endParaRPr lang="en-US" dirty="0"/>
          </a:p>
          <a:p>
            <a:endParaRPr lang="en-US" dirty="0"/>
          </a:p>
          <a:p>
            <a:endParaRPr lang="en-US" dirty="0"/>
          </a:p>
        </p:txBody>
      </p:sp>
    </p:spTree>
    <p:extLst>
      <p:ext uri="{BB962C8B-B14F-4D97-AF65-F5344CB8AC3E}">
        <p14:creationId xmlns:p14="http://schemas.microsoft.com/office/powerpoint/2010/main" val="1276424015"/>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182390813"/>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 name="ZoneTexte 1"/>
          <p:cNvSpPr txBox="1"/>
          <p:nvPr/>
        </p:nvSpPr>
        <p:spPr>
          <a:xfrm>
            <a:off x="1165860" y="1674565"/>
            <a:ext cx="10489986" cy="4247317"/>
          </a:xfrm>
          <a:prstGeom prst="rect">
            <a:avLst/>
          </a:prstGeom>
          <a:noFill/>
        </p:spPr>
        <p:txBody>
          <a:bodyPr wrap="square" rtlCol="0">
            <a:spAutoFit/>
          </a:bodyPr>
          <a:lstStyle/>
          <a:p>
            <a:pPr lvl="0"/>
            <a:r>
              <a:rPr lang="fr-FR" b="1" dirty="0"/>
              <a:t>Évaluation Quantitative </a:t>
            </a:r>
            <a:endParaRPr lang="en-US" dirty="0"/>
          </a:p>
          <a:p>
            <a:r>
              <a:rPr lang="fr-FR" dirty="0"/>
              <a:t> Des mesures précises seront effectuées pour quantifier les gains ou les défis de chaque scénario. Cela inclura : </a:t>
            </a:r>
            <a:endParaRPr lang="en-US" dirty="0"/>
          </a:p>
          <a:p>
            <a:pPr lvl="0"/>
            <a:r>
              <a:rPr lang="fr-FR" b="1" dirty="0" smtClean="0"/>
              <a:t>-	Temps </a:t>
            </a:r>
            <a:r>
              <a:rPr lang="fr-FR" b="1" dirty="0"/>
              <a:t>de migration :</a:t>
            </a:r>
            <a:r>
              <a:rPr lang="fr-FR" dirty="0"/>
              <a:t> Mesure du temps nécessaire pour conteneuriser et déployer l'application dans les deux scénarios.</a:t>
            </a:r>
            <a:endParaRPr lang="en-US" dirty="0"/>
          </a:p>
          <a:p>
            <a:r>
              <a:rPr lang="fr-FR" dirty="0"/>
              <a:t> </a:t>
            </a:r>
            <a:endParaRPr lang="en-US" dirty="0"/>
          </a:p>
          <a:p>
            <a:pPr lvl="0"/>
            <a:r>
              <a:rPr lang="fr-FR" b="1" dirty="0" smtClean="0"/>
              <a:t>-	Effort </a:t>
            </a:r>
            <a:r>
              <a:rPr lang="fr-FR" b="1" dirty="0"/>
              <a:t>de configuration :</a:t>
            </a:r>
            <a:r>
              <a:rPr lang="fr-FR" dirty="0"/>
              <a:t> Quantité de code ou de configuration manuel requis.</a:t>
            </a:r>
            <a:endParaRPr lang="en-US" dirty="0"/>
          </a:p>
          <a:p>
            <a:r>
              <a:rPr lang="fr-FR" dirty="0"/>
              <a:t> </a:t>
            </a:r>
            <a:endParaRPr lang="en-US" dirty="0"/>
          </a:p>
          <a:p>
            <a:pPr lvl="0"/>
            <a:r>
              <a:rPr lang="fr-FR" b="1" dirty="0" smtClean="0"/>
              <a:t>-	Performance </a:t>
            </a:r>
            <a:r>
              <a:rPr lang="fr-FR" b="1" dirty="0"/>
              <a:t>de l'application :</a:t>
            </a:r>
            <a:r>
              <a:rPr lang="fr-FR" dirty="0"/>
              <a:t> Mesure des temps de réponse, du débit et de l'utilisation des ressources (CPU, RAM) de l'application conteneurisée par rapport à son état initial non conteneurisé, ainsi qu'une comparaison entre les deux scénarios de migration.</a:t>
            </a:r>
            <a:endParaRPr lang="en-US" dirty="0"/>
          </a:p>
          <a:p>
            <a:pPr marL="285750" indent="-285750">
              <a:buFontTx/>
              <a:buChar char="-"/>
            </a:pPr>
            <a:endParaRPr lang="en-US" dirty="0"/>
          </a:p>
          <a:p>
            <a:pPr marL="285750" indent="-285750">
              <a:buFontTx/>
              <a:buChar char="-"/>
            </a:pPr>
            <a:endParaRPr lang="fr-FR" dirty="0" smtClean="0"/>
          </a:p>
          <a:p>
            <a:pPr marL="285750" indent="-285750">
              <a:buFontTx/>
              <a:buChar char="-"/>
            </a:pPr>
            <a:endParaRPr lang="en-US" dirty="0"/>
          </a:p>
          <a:p>
            <a:endParaRPr lang="en-US" dirty="0"/>
          </a:p>
          <a:p>
            <a:endParaRPr lang="en-US" dirty="0"/>
          </a:p>
        </p:txBody>
      </p:sp>
    </p:spTree>
    <p:extLst>
      <p:ext uri="{BB962C8B-B14F-4D97-AF65-F5344CB8AC3E}">
        <p14:creationId xmlns:p14="http://schemas.microsoft.com/office/powerpoint/2010/main" val="1707852841"/>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1570759756"/>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Approche méthodologique</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 name="ZoneTexte 1"/>
          <p:cNvSpPr txBox="1"/>
          <p:nvPr/>
        </p:nvSpPr>
        <p:spPr>
          <a:xfrm>
            <a:off x="1165860" y="1674565"/>
            <a:ext cx="10489986" cy="3416320"/>
          </a:xfrm>
          <a:prstGeom prst="rect">
            <a:avLst/>
          </a:prstGeom>
          <a:noFill/>
        </p:spPr>
        <p:txBody>
          <a:bodyPr wrap="square" rtlCol="0">
            <a:spAutoFit/>
          </a:bodyPr>
          <a:lstStyle/>
          <a:p>
            <a:pPr lvl="0"/>
            <a:r>
              <a:rPr lang="fr-FR" b="1" dirty="0"/>
              <a:t>Analyse Qualitative </a:t>
            </a:r>
            <a:endParaRPr lang="en-US" dirty="0"/>
          </a:p>
          <a:p>
            <a:r>
              <a:rPr lang="fr-FR" dirty="0"/>
              <a:t> Une analyse qualitative viendra compléter les données chiffrées, en documentant : </a:t>
            </a:r>
            <a:endParaRPr lang="en-US" dirty="0"/>
          </a:p>
          <a:p>
            <a:pPr lvl="0"/>
            <a:r>
              <a:rPr lang="fr-FR" dirty="0" smtClean="0"/>
              <a:t>-	La </a:t>
            </a:r>
            <a:r>
              <a:rPr lang="fr-FR" b="1" dirty="0"/>
              <a:t>facilité d'utilisation</a:t>
            </a:r>
            <a:r>
              <a:rPr lang="fr-FR" dirty="0"/>
              <a:t> de l'outil automatisé.</a:t>
            </a:r>
            <a:endParaRPr lang="en-US" dirty="0"/>
          </a:p>
          <a:p>
            <a:pPr lvl="0"/>
            <a:r>
              <a:rPr lang="fr-FR" dirty="0" smtClean="0"/>
              <a:t>-	La </a:t>
            </a:r>
            <a:r>
              <a:rPr lang="fr-FR" b="1" dirty="0"/>
              <a:t>qualité et l'optimisation</a:t>
            </a:r>
            <a:r>
              <a:rPr lang="fr-FR" dirty="0"/>
              <a:t> des artefacts générés par l'outil (</a:t>
            </a:r>
            <a:r>
              <a:rPr lang="fr-FR" dirty="0" err="1"/>
              <a:t>Dockerfiles</a:t>
            </a:r>
            <a:r>
              <a:rPr lang="fr-FR" dirty="0"/>
              <a:t>, manifestes </a:t>
            </a:r>
            <a:r>
              <a:rPr lang="fr-FR" dirty="0" err="1"/>
              <a:t>Kubernetes</a:t>
            </a:r>
            <a:r>
              <a:rPr lang="fr-FR" dirty="0"/>
              <a:t>).</a:t>
            </a:r>
            <a:endParaRPr lang="en-US" dirty="0"/>
          </a:p>
          <a:p>
            <a:pPr lvl="0"/>
            <a:r>
              <a:rPr lang="fr-FR" dirty="0" smtClean="0"/>
              <a:t>-	Les </a:t>
            </a:r>
            <a:r>
              <a:rPr lang="fr-FR" b="1" dirty="0"/>
              <a:t>défis spécifiques</a:t>
            </a:r>
            <a:r>
              <a:rPr lang="fr-FR" dirty="0"/>
              <a:t> rencontrés avec l'outil ou lors de la migration manuelle.</a:t>
            </a:r>
            <a:endParaRPr lang="en-US" dirty="0"/>
          </a:p>
          <a:p>
            <a:pPr lvl="0"/>
            <a:r>
              <a:rPr lang="fr-FR" dirty="0" smtClean="0"/>
              <a:t>-	Les </a:t>
            </a:r>
            <a:r>
              <a:rPr lang="fr-FR" b="1" dirty="0"/>
              <a:t>compétences requises</a:t>
            </a:r>
            <a:r>
              <a:rPr lang="fr-FR" dirty="0"/>
              <a:t> pour chaque approche.</a:t>
            </a:r>
            <a:endParaRPr lang="en-US" dirty="0"/>
          </a:p>
          <a:p>
            <a:pPr lvl="0"/>
            <a:r>
              <a:rPr lang="fr-FR" dirty="0" smtClean="0"/>
              <a:t>-	Les </a:t>
            </a:r>
            <a:r>
              <a:rPr lang="fr-FR" b="1" dirty="0"/>
              <a:t>bonnes pratiques</a:t>
            </a:r>
            <a:r>
              <a:rPr lang="fr-FR" dirty="0"/>
              <a:t> identifiées.</a:t>
            </a:r>
            <a:endParaRPr lang="en-US" dirty="0"/>
          </a:p>
          <a:p>
            <a:pPr marL="285750" indent="-285750">
              <a:buFontTx/>
              <a:buChar char="-"/>
            </a:pPr>
            <a:endParaRPr lang="en-US" dirty="0"/>
          </a:p>
          <a:p>
            <a:pPr marL="285750" indent="-285750">
              <a:buFontTx/>
              <a:buChar char="-"/>
            </a:pPr>
            <a:endParaRPr lang="fr-FR" dirty="0" smtClean="0"/>
          </a:p>
          <a:p>
            <a:pPr marL="285750" indent="-285750">
              <a:buFontTx/>
              <a:buChar char="-"/>
            </a:pPr>
            <a:endParaRPr lang="en-US" dirty="0"/>
          </a:p>
          <a:p>
            <a:endParaRPr lang="en-US" dirty="0"/>
          </a:p>
          <a:p>
            <a:endParaRPr lang="en-US" dirty="0"/>
          </a:p>
        </p:txBody>
      </p:sp>
    </p:spTree>
    <p:extLst>
      <p:ext uri="{BB962C8B-B14F-4D97-AF65-F5344CB8AC3E}">
        <p14:creationId xmlns:p14="http://schemas.microsoft.com/office/powerpoint/2010/main" val="883072763"/>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523735353"/>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Outils utilisés</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 name="ZoneTexte 1"/>
          <p:cNvSpPr txBox="1"/>
          <p:nvPr/>
        </p:nvSpPr>
        <p:spPr>
          <a:xfrm>
            <a:off x="1165860" y="1674565"/>
            <a:ext cx="10489986" cy="2308324"/>
          </a:xfrm>
          <a:prstGeom prst="rect">
            <a:avLst/>
          </a:prstGeom>
          <a:noFill/>
        </p:spPr>
        <p:txBody>
          <a:bodyPr wrap="square" rtlCol="0">
            <a:spAutoFit/>
          </a:bodyPr>
          <a:lstStyle/>
          <a:p>
            <a:pPr lvl="0"/>
            <a:r>
              <a:rPr lang="fr-CM" b="1" dirty="0" err="1" smtClean="0"/>
              <a:t>Backend</a:t>
            </a:r>
            <a:r>
              <a:rPr lang="fr-CM" b="1" dirty="0" smtClean="0"/>
              <a:t> : </a:t>
            </a:r>
            <a:r>
              <a:rPr lang="fr-CM" b="1" dirty="0" err="1" smtClean="0"/>
              <a:t>language</a:t>
            </a:r>
            <a:r>
              <a:rPr lang="fr-CM" b="1" dirty="0" smtClean="0"/>
              <a:t> </a:t>
            </a:r>
            <a:r>
              <a:rPr lang="fr-CM" b="1" dirty="0" err="1" smtClean="0"/>
              <a:t>golang</a:t>
            </a:r>
            <a:endParaRPr lang="fr-CM" b="1" dirty="0" smtClean="0"/>
          </a:p>
          <a:p>
            <a:pPr lvl="0"/>
            <a:r>
              <a:rPr lang="fr-CM" b="1" dirty="0" err="1" smtClean="0"/>
              <a:t>Frontend</a:t>
            </a:r>
            <a:r>
              <a:rPr lang="fr-CM" b="1" dirty="0" smtClean="0"/>
              <a:t>: </a:t>
            </a:r>
            <a:r>
              <a:rPr lang="fr-CM" b="1" dirty="0" err="1" smtClean="0"/>
              <a:t>wails</a:t>
            </a:r>
            <a:r>
              <a:rPr lang="fr-CM" b="1" dirty="0" smtClean="0"/>
              <a:t> (web + librairie </a:t>
            </a:r>
            <a:r>
              <a:rPr lang="fr-CM" b="1" dirty="0" err="1" smtClean="0"/>
              <a:t>javascript</a:t>
            </a:r>
            <a:r>
              <a:rPr lang="fr-CM" b="1" dirty="0" smtClean="0"/>
              <a:t> </a:t>
            </a:r>
            <a:r>
              <a:rPr lang="fr-CM" b="1" dirty="0" err="1" smtClean="0"/>
              <a:t>react</a:t>
            </a:r>
            <a:r>
              <a:rPr lang="fr-CM" b="1" dirty="0" smtClean="0"/>
              <a:t>, </a:t>
            </a:r>
            <a:r>
              <a:rPr lang="fr-CM" b="1" dirty="0" err="1" smtClean="0"/>
              <a:t>svelt</a:t>
            </a:r>
            <a:r>
              <a:rPr lang="fr-CM" b="1" dirty="0" smtClean="0"/>
              <a:t>, </a:t>
            </a:r>
            <a:r>
              <a:rPr lang="fr-CM" b="1" dirty="0" err="1" smtClean="0"/>
              <a:t>vuejs</a:t>
            </a:r>
            <a:r>
              <a:rPr lang="fr-CM" b="1" dirty="0" smtClean="0"/>
              <a:t>)</a:t>
            </a:r>
          </a:p>
          <a:p>
            <a:pPr lvl="0"/>
            <a:endParaRPr lang="en-US" dirty="0"/>
          </a:p>
          <a:p>
            <a:pPr marL="285750" indent="-285750">
              <a:buFontTx/>
              <a:buChar char="-"/>
            </a:pPr>
            <a:endParaRPr lang="en-US" dirty="0"/>
          </a:p>
          <a:p>
            <a:pPr marL="285750" indent="-285750">
              <a:buFontTx/>
              <a:buChar char="-"/>
            </a:pPr>
            <a:endParaRPr lang="fr-FR" dirty="0" smtClean="0"/>
          </a:p>
          <a:p>
            <a:pPr marL="285750" indent="-285750">
              <a:buFontTx/>
              <a:buChar char="-"/>
            </a:pPr>
            <a:endParaRPr lang="en-US" dirty="0"/>
          </a:p>
          <a:p>
            <a:endParaRPr lang="en-US" dirty="0"/>
          </a:p>
          <a:p>
            <a:endParaRPr lang="en-US" dirty="0"/>
          </a:p>
        </p:txBody>
      </p:sp>
    </p:spTree>
    <p:extLst>
      <p:ext uri="{BB962C8B-B14F-4D97-AF65-F5344CB8AC3E}">
        <p14:creationId xmlns:p14="http://schemas.microsoft.com/office/powerpoint/2010/main" val="46096968"/>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2713042680"/>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err="1" smtClean="0">
                <a:latin typeface="Century Gothic" panose="020B0502020202020204" pitchFamily="34" charset="0"/>
                <a:ea typeface="Tahoma" panose="020B0604030504040204" pitchFamily="34" charset="0"/>
                <a:cs typeface="Tahoma" panose="020B0604030504040204" pitchFamily="34" charset="0"/>
              </a:rPr>
              <a:t>Dockerfile</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pic>
        <p:nvPicPr>
          <p:cNvPr id="4" name="Image 3"/>
          <p:cNvPicPr>
            <a:picLocks noChangeAspect="1"/>
          </p:cNvPicPr>
          <p:nvPr/>
        </p:nvPicPr>
        <p:blipFill>
          <a:blip r:embed="rId8"/>
          <a:stretch>
            <a:fillRect/>
          </a:stretch>
        </p:blipFill>
        <p:spPr>
          <a:xfrm>
            <a:off x="656777" y="1932972"/>
            <a:ext cx="6389555" cy="3715473"/>
          </a:xfrm>
          <a:prstGeom prst="rect">
            <a:avLst/>
          </a:prstGeom>
        </p:spPr>
      </p:pic>
      <p:pic>
        <p:nvPicPr>
          <p:cNvPr id="6" name="Image 5"/>
          <p:cNvPicPr>
            <a:picLocks noChangeAspect="1"/>
          </p:cNvPicPr>
          <p:nvPr/>
        </p:nvPicPr>
        <p:blipFill>
          <a:blip r:embed="rId9"/>
          <a:stretch>
            <a:fillRect/>
          </a:stretch>
        </p:blipFill>
        <p:spPr>
          <a:xfrm>
            <a:off x="7046332" y="1932972"/>
            <a:ext cx="4654789" cy="3683189"/>
          </a:xfrm>
          <a:prstGeom prst="rect">
            <a:avLst/>
          </a:prstGeom>
        </p:spPr>
      </p:pic>
    </p:spTree>
    <p:extLst>
      <p:ext uri="{BB962C8B-B14F-4D97-AF65-F5344CB8AC3E}">
        <p14:creationId xmlns:p14="http://schemas.microsoft.com/office/powerpoint/2010/main" val="3257064071"/>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2713042680"/>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Docker-</a:t>
            </a:r>
            <a:r>
              <a:rPr lang="fr-CM" sz="3200" dirty="0" err="1" smtClean="0">
                <a:latin typeface="Century Gothic" panose="020B0502020202020204" pitchFamily="34" charset="0"/>
                <a:ea typeface="Tahoma" panose="020B0604030504040204" pitchFamily="34" charset="0"/>
                <a:cs typeface="Tahoma" panose="020B0604030504040204" pitchFamily="34" charset="0"/>
              </a:rPr>
              <a:t>compose.yml</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pic>
        <p:nvPicPr>
          <p:cNvPr id="2" name="Image 1"/>
          <p:cNvPicPr>
            <a:picLocks noChangeAspect="1"/>
          </p:cNvPicPr>
          <p:nvPr/>
        </p:nvPicPr>
        <p:blipFill>
          <a:blip r:embed="rId8"/>
          <a:stretch>
            <a:fillRect/>
          </a:stretch>
        </p:blipFill>
        <p:spPr>
          <a:xfrm>
            <a:off x="918913" y="1833262"/>
            <a:ext cx="5816899" cy="4534133"/>
          </a:xfrm>
          <a:prstGeom prst="rect">
            <a:avLst/>
          </a:prstGeom>
        </p:spPr>
      </p:pic>
      <p:pic>
        <p:nvPicPr>
          <p:cNvPr id="3" name="Image 2"/>
          <p:cNvPicPr>
            <a:picLocks noChangeAspect="1"/>
          </p:cNvPicPr>
          <p:nvPr/>
        </p:nvPicPr>
        <p:blipFill>
          <a:blip r:embed="rId9"/>
          <a:stretch>
            <a:fillRect/>
          </a:stretch>
        </p:blipFill>
        <p:spPr>
          <a:xfrm>
            <a:off x="6928859" y="1833262"/>
            <a:ext cx="4921503" cy="5073911"/>
          </a:xfrm>
          <a:prstGeom prst="rect">
            <a:avLst/>
          </a:prstGeom>
        </p:spPr>
      </p:pic>
    </p:spTree>
    <p:extLst>
      <p:ext uri="{BB962C8B-B14F-4D97-AF65-F5344CB8AC3E}">
        <p14:creationId xmlns:p14="http://schemas.microsoft.com/office/powerpoint/2010/main" val="138507973"/>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1563912110"/>
              </p:ext>
            </p:extLst>
          </p:nvPr>
        </p:nvGraphicFramePr>
        <p:xfrm>
          <a:off x="118110" y="-297180"/>
          <a:ext cx="11925300" cy="2133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1AF4CDD-825B-E78D-800A-46D4F89F614A}"/>
              </a:ext>
            </a:extLst>
          </p:cNvPr>
          <p:cNvSpPr txBox="1"/>
          <p:nvPr/>
        </p:nvSpPr>
        <p:spPr>
          <a:xfrm>
            <a:off x="1165860" y="1185364"/>
            <a:ext cx="9334500" cy="584775"/>
          </a:xfrm>
          <a:prstGeom prst="rect">
            <a:avLst/>
          </a:prstGeom>
          <a:noFill/>
        </p:spPr>
        <p:txBody>
          <a:bodyPr wrap="square" rtlCol="0">
            <a:spAutoFit/>
          </a:bodyPr>
          <a:lstStyle/>
          <a:p>
            <a:pPr lvl="0" algn="ctr"/>
            <a:r>
              <a:rPr lang="fr-CM" sz="3200" dirty="0" smtClean="0">
                <a:latin typeface="Century Gothic" panose="020B0502020202020204" pitchFamily="34" charset="0"/>
                <a:ea typeface="Tahoma" panose="020B0604030504040204" pitchFamily="34" charset="0"/>
                <a:cs typeface="Tahoma" panose="020B0604030504040204" pitchFamily="34" charset="0"/>
              </a:rPr>
              <a:t>conclusion</a:t>
            </a:r>
            <a:endParaRPr lang="fr-FR" sz="3200" dirty="0">
              <a:latin typeface="Century Gothic" panose="020B0502020202020204" pitchFamily="34" charset="0"/>
              <a:ea typeface="Tahoma" panose="020B0604030504040204" pitchFamily="34" charset="0"/>
              <a:cs typeface="Tahoma" panose="020B0604030504040204" pitchFamily="34" charset="0"/>
            </a:endParaRPr>
          </a:p>
        </p:txBody>
      </p:sp>
      <p:sp>
        <p:nvSpPr>
          <p:cNvPr id="46" name="TextBox 69">
            <a:extLst>
              <a:ext uri="{FF2B5EF4-FFF2-40B4-BE49-F238E27FC236}">
                <a16:creationId xmlns:a16="http://schemas.microsoft.com/office/drawing/2014/main" id="{E15D12AB-6A1A-47AE-8114-ED00CEC6039C}"/>
              </a:ext>
            </a:extLst>
          </p:cNvPr>
          <p:cNvSpPr txBox="1"/>
          <p:nvPr/>
        </p:nvSpPr>
        <p:spPr>
          <a:xfrm>
            <a:off x="1480361" y="4234979"/>
            <a:ext cx="2565489" cy="19082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200" b="1" i="0" u="none" strike="noStrike" kern="1200" cap="none" spc="0" normalizeH="0" baseline="0" dirty="0">
                <a:ln>
                  <a:noFill/>
                </a:ln>
                <a:solidFill>
                  <a:srgbClr val="FFFFFF"/>
                </a:solidFill>
                <a:effectLst/>
                <a:uLnTx/>
                <a:uFillTx/>
                <a:latin typeface="Open Sans" panose="020B0606030504020204" pitchFamily="34" charset="0"/>
                <a:ea typeface="+mn-ea"/>
                <a:cs typeface="+mn-cs"/>
              </a:rPr>
              <a:t>Etats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rPr>
              <a:t>Récapitulatif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Appréciatif</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Inventaire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Compte de gestion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dirty="0">
                <a:solidFill>
                  <a:srgbClr val="FFFFFF"/>
                </a:solidFill>
                <a:latin typeface="Open Sans" panose="020B0606030504020204" pitchFamily="34" charset="0"/>
                <a:ea typeface="Noto Sans" panose="020B0502040504020204" pitchFamily="34"/>
                <a:cs typeface="Noto Sans" panose="020B0502040504020204" pitchFamily="34"/>
              </a:rPr>
              <a:t>Livre journal</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0" i="0" u="none" strike="noStrike" kern="1200" cap="none" spc="0" normalizeH="0" baseline="0" dirty="0">
                <a:ln>
                  <a:noFill/>
                </a:ln>
                <a:solidFill>
                  <a:srgbClr val="FFFFFF"/>
                </a:solidFill>
                <a:effectLst/>
                <a:uLnTx/>
                <a:uFillTx/>
                <a:latin typeface="Open Sans" panose="020B0606030504020204" pitchFamily="34" charset="0"/>
                <a:ea typeface="Noto Sans" panose="020B0502040504020204" pitchFamily="34"/>
                <a:cs typeface="Noto Sans" panose="020B0502040504020204" pitchFamily="34"/>
              </a:rPr>
              <a:t>Imputation budgétaire</a:t>
            </a:r>
            <a:endParaRPr kumimoji="0" lang="fr-FR" sz="1600" b="0" i="0" u="none" strike="noStrike" kern="1200" cap="none" spc="0" normalizeH="0" baseline="0" dirty="0">
              <a:ln>
                <a:noFill/>
              </a:ln>
              <a:solidFill>
                <a:srgbClr val="FFFFFF"/>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 name="ZoneTexte 1"/>
          <p:cNvSpPr txBox="1"/>
          <p:nvPr/>
        </p:nvSpPr>
        <p:spPr>
          <a:xfrm>
            <a:off x="1165860" y="2104222"/>
            <a:ext cx="10489986" cy="1477328"/>
          </a:xfrm>
          <a:prstGeom prst="rect">
            <a:avLst/>
          </a:prstGeom>
          <a:noFill/>
        </p:spPr>
        <p:txBody>
          <a:bodyPr wrap="square" rtlCol="0">
            <a:spAutoFit/>
          </a:bodyPr>
          <a:lstStyle/>
          <a:p>
            <a:r>
              <a:rPr lang="fr-FR" dirty="0"/>
              <a:t>L'étude de la migration des applications web vers un environnement conteneurisé est déjà un sujet d'un grand intérêt, comme nous l'avons souligné</a:t>
            </a:r>
            <a:r>
              <a:rPr lang="fr-FR" dirty="0" smtClean="0"/>
              <a:t>. </a:t>
            </a:r>
            <a:r>
              <a:rPr lang="fr-FR" dirty="0"/>
              <a:t>L</a:t>
            </a:r>
            <a:r>
              <a:rPr lang="fr-FR" dirty="0" smtClean="0"/>
              <a:t>'ajout </a:t>
            </a:r>
            <a:r>
              <a:rPr lang="fr-FR" dirty="0"/>
              <a:t>de la dimension d'un « </a:t>
            </a:r>
            <a:r>
              <a:rPr lang="fr-FR" b="1" dirty="0"/>
              <a:t>outil d'aide automatisé »</a:t>
            </a:r>
            <a:r>
              <a:rPr lang="fr-FR" dirty="0"/>
              <a:t> confère à cette étude une valeur ajoutée significative et un intérêt encore plus marqué, en se positionnant à l'intersection de la modernisation des infrastructures et de l'optimisation des processus</a:t>
            </a:r>
            <a:r>
              <a:rPr lang="fr-FR" dirty="0" smtClean="0"/>
              <a:t>.</a:t>
            </a:r>
            <a:endParaRPr lang="en-US" dirty="0"/>
          </a:p>
          <a:p>
            <a:endParaRPr lang="en-US" dirty="0"/>
          </a:p>
        </p:txBody>
      </p:sp>
    </p:spTree>
    <p:extLst>
      <p:ext uri="{BB962C8B-B14F-4D97-AF65-F5344CB8AC3E}">
        <p14:creationId xmlns:p14="http://schemas.microsoft.com/office/powerpoint/2010/main" val="2416436112"/>
      </p:ext>
    </p:ext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1447800" y="2781300"/>
            <a:ext cx="9886950" cy="646331"/>
          </a:xfrm>
          <a:prstGeom prst="rect">
            <a:avLst/>
          </a:prstGeom>
          <a:noFill/>
        </p:spPr>
        <p:txBody>
          <a:bodyPr wrap="square" rtlCol="0">
            <a:spAutoFit/>
          </a:bodyPr>
          <a:lstStyle/>
          <a:p>
            <a:r>
              <a:rPr lang="fr-FR" sz="3600" dirty="0">
                <a:latin typeface="Century Gothic" panose="020B0502020202020204" pitchFamily="34" charset="0"/>
              </a:rPr>
              <a:t>MERCI POUR VOTRE AIMABLE ATTENTION!</a:t>
            </a:r>
          </a:p>
        </p:txBody>
      </p:sp>
    </p:spTree>
    <p:extLst>
      <p:ext uri="{BB962C8B-B14F-4D97-AF65-F5344CB8AC3E}">
        <p14:creationId xmlns:p14="http://schemas.microsoft.com/office/powerpoint/2010/main" val="1269696176"/>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Rétrospective">
  <a:themeElements>
    <a:clrScheme name="Personnalisé 1">
      <a:dk1>
        <a:sysClr val="windowText" lastClr="000000"/>
      </a:dk1>
      <a:lt1>
        <a:sysClr val="window" lastClr="FFFFFF"/>
      </a:lt1>
      <a:dk2>
        <a:srgbClr val="2C3C43"/>
      </a:dk2>
      <a:lt2>
        <a:srgbClr val="EBEBEB"/>
      </a:lt2>
      <a:accent1>
        <a:srgbClr val="2A5010"/>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23528</TotalTime>
  <Words>1415</Words>
  <Application>Microsoft Office PowerPoint</Application>
  <PresentationFormat>Grand écran</PresentationFormat>
  <Paragraphs>256</Paragraphs>
  <Slides>18</Slides>
  <Notes>17</Notes>
  <HiddenSlides>0</HiddenSlides>
  <MMClips>0</MMClips>
  <ScaleCrop>false</ScaleCrop>
  <HeadingPairs>
    <vt:vector size="6" baseType="variant">
      <vt:variant>
        <vt:lpstr>Polices utilisées</vt:lpstr>
      </vt:variant>
      <vt:variant>
        <vt:i4>9</vt:i4>
      </vt:variant>
      <vt:variant>
        <vt:lpstr>Thème</vt:lpstr>
      </vt:variant>
      <vt:variant>
        <vt:i4>2</vt:i4>
      </vt:variant>
      <vt:variant>
        <vt:lpstr>Titres des diapositives</vt:lpstr>
      </vt:variant>
      <vt:variant>
        <vt:i4>18</vt:i4>
      </vt:variant>
    </vt:vector>
  </HeadingPairs>
  <TitlesOfParts>
    <vt:vector size="29" baseType="lpstr">
      <vt:lpstr>Arial</vt:lpstr>
      <vt:lpstr>Calibri</vt:lpstr>
      <vt:lpstr>Calibri Light</vt:lpstr>
      <vt:lpstr>Cambria</vt:lpstr>
      <vt:lpstr>Century Gothic</vt:lpstr>
      <vt:lpstr>Noto Sans</vt:lpstr>
      <vt:lpstr>Open Sans</vt:lpstr>
      <vt:lpstr>Tahoma</vt:lpstr>
      <vt:lpstr>Times New Roman</vt:lpstr>
      <vt:lpstr>Rétrospective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Eloge ERP</dc:title>
  <dc:creator>ACERPC</dc:creator>
  <cp:lastModifiedBy>Ing MOHAMADOU</cp:lastModifiedBy>
  <cp:revision>801</cp:revision>
  <cp:lastPrinted>2017-11-02T09:42:49Z</cp:lastPrinted>
  <dcterms:created xsi:type="dcterms:W3CDTF">2013-07-16T09:37:53Z</dcterms:created>
  <dcterms:modified xsi:type="dcterms:W3CDTF">2026-06-21T11:54:32Z</dcterms:modified>
</cp:coreProperties>
</file>