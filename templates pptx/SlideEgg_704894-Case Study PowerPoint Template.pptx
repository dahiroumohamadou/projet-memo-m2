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AFC1A-4EA3-3004-4AE2-A80186F1E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FB1D8-4147-D56A-5356-2A4E343D1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460B-770C-BC17-64A2-78BE123A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81841-E24E-0A49-FE1C-B4737A942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03B2-96FF-04AC-481E-E20E13AE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493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5520-503C-ED21-27BF-14307B054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6820B-84F3-22DA-758D-3CCCE0D6C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CC1FC-F54D-817B-A9CF-8D140BAB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1BAED-BAE4-1309-DCFF-C9EA8E25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96060-43B3-9451-A821-F086E32E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0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099A-3AE9-A5F9-35D7-1F733CA9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42CB8-7429-8B30-35FF-442F407E9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11A8A-6B82-3926-1647-86862A4B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3AFE1-2AF2-F97C-6C4D-80A13288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7DBAF-85EB-8D2E-8754-0987FD14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5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68E6-3490-A5B3-6826-B55921E7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A3966-F63E-456A-F7FA-F16744ECF4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AC6F5-1F46-E84F-E031-2FFDA148C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AD41C-A89C-0CC7-2F3C-12D11641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57BEE-CDE7-90E4-94FB-C6EA0F09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59418-37FE-C3E2-5F36-056575DF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35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30BE-52C6-D70A-4694-FA852E503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AA032-C0B0-EAEF-8971-6D9EB64B3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2661B-0A76-B3CC-1BD2-E8A6061A8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F6524-D5FD-09A2-6A4E-ACA659BD6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FE315-E565-5BE3-2165-62DDBB87D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2AF37-5711-BD1F-A39E-E47005C28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8E76F-1819-A16C-6F04-2F58FCDEB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2F8767-1367-7AF5-90F7-4A690B2D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95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09CF-67E1-8670-A4F4-8255837B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0FFDD-AAC4-4403-757E-316FA6BD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4A258-669F-CF06-C071-99C7ACF7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82591-D965-B3EA-07E5-A48DF66E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52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5A104-9ACC-9284-CF04-541F77BBE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FDCEF-EC96-CD93-5A9B-2FC0FC63E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8C781-1356-5F27-0408-5D0C3A63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651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54BC-8A94-3051-53DC-4617A5569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25E9A-658A-C552-2AAC-0C92342DA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C9EFA-5476-4D1A-4903-0F17AB523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EA3AE-ACE1-BFA1-32F3-12209C2C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223E6-1B82-F5D5-7885-B8A11D2C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4895D-5A91-8481-D133-C10A9B49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71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A9D6-27A8-DB5C-FF9D-5EBE3FE4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BC69A-3C17-D8CF-D624-87B581A4B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04128-5153-43E0-C671-389CAD4D4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3FB44-1CA9-E59C-E91D-475F55EE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661E1-E024-FDAC-54A6-3C3B07E87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AB99F-D35E-A8F4-96D8-D6F2EE59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10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0EDAD-6B6B-B7E6-F0EC-E5B91D8DD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424C7-750B-2E66-AD40-C3B581972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7FBDB-82D9-4A03-83BF-4B64F48A1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30714-B549-4215-5962-DA210DE2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EB846-2D8B-8016-BC2A-BC5D1CFD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38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B0A03-E9A1-D11D-C203-47B769193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6AE33-6AEC-6B17-35F3-592F1CF36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DCB24-3832-B306-172E-8243116A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F3413-20B2-8D67-3A6F-BFB9B18F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A6AF3-A041-7231-47C0-73780888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6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4690C2-1ED5-44CF-1702-95327FB8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0C84D-8CB0-D0E6-B6EA-F3195003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04CE2-6CA5-D1A0-0A13-310D66071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3D220-FF44-42A0-97B0-7AF5FE6E8683}" type="datetimeFigureOut">
              <a:rPr lang="en-IN" smtClean="0"/>
              <a:t>29-02-2024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4ED59-6845-6A9C-0001-6771D4BCD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54CE-5960-28C3-323B-614EC909F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14F84-4789-4664-896A-CCE9CCEBD1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45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B1A019-C14B-DBFC-1DBE-1935FF84F3C8}"/>
              </a:ext>
            </a:extLst>
          </p:cNvPr>
          <p:cNvSpPr txBox="1"/>
          <p:nvPr/>
        </p:nvSpPr>
        <p:spPr>
          <a:xfrm>
            <a:off x="0" y="48791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Case Study PowerPoint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F98A9BD-2A1C-38B3-44D3-81197353C36C}"/>
              </a:ext>
            </a:extLst>
          </p:cNvPr>
          <p:cNvGrpSpPr/>
          <p:nvPr/>
        </p:nvGrpSpPr>
        <p:grpSpPr>
          <a:xfrm>
            <a:off x="869739" y="1852818"/>
            <a:ext cx="10479025" cy="3969333"/>
            <a:chOff x="856487" y="1667288"/>
            <a:chExt cx="10479025" cy="3969333"/>
          </a:xfrm>
        </p:grpSpPr>
        <p:grpSp>
          <p:nvGrpSpPr>
            <p:cNvPr id="1044" name="Group 1043">
              <a:extLst>
                <a:ext uri="{FF2B5EF4-FFF2-40B4-BE49-F238E27FC236}">
                  <a16:creationId xmlns:a16="http://schemas.microsoft.com/office/drawing/2014/main" id="{6A391DB5-8649-5E71-4E3B-0ACB3777B50A}"/>
                </a:ext>
              </a:extLst>
            </p:cNvPr>
            <p:cNvGrpSpPr/>
            <p:nvPr/>
          </p:nvGrpSpPr>
          <p:grpSpPr>
            <a:xfrm>
              <a:off x="856487" y="1667288"/>
              <a:ext cx="1997634" cy="3969333"/>
              <a:chOff x="856487" y="1667288"/>
              <a:chExt cx="1997634" cy="3969333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200A361-CB29-90A0-BBA7-95EE3AB27FA4}"/>
                  </a:ext>
                </a:extLst>
              </p:cNvPr>
              <p:cNvSpPr/>
              <p:nvPr/>
            </p:nvSpPr>
            <p:spPr>
              <a:xfrm>
                <a:off x="1102751" y="1667288"/>
                <a:ext cx="1572518" cy="3969333"/>
              </a:xfrm>
              <a:custGeom>
                <a:avLst/>
                <a:gdLst>
                  <a:gd name="connsiteX0" fmla="*/ 544830 w 1088707"/>
                  <a:gd name="connsiteY0" fmla="*/ 2895600 h 2895600"/>
                  <a:gd name="connsiteX1" fmla="*/ 544830 w 1088707"/>
                  <a:gd name="connsiteY1" fmla="*/ 2895600 h 2895600"/>
                  <a:gd name="connsiteX2" fmla="*/ 0 w 1088707"/>
                  <a:gd name="connsiteY2" fmla="*/ 2350770 h 2895600"/>
                  <a:gd name="connsiteX3" fmla="*/ 0 w 1088707"/>
                  <a:gd name="connsiteY3" fmla="*/ 0 h 2895600"/>
                  <a:gd name="connsiteX4" fmla="*/ 1088708 w 1088707"/>
                  <a:gd name="connsiteY4" fmla="*/ 0 h 2895600"/>
                  <a:gd name="connsiteX5" fmla="*/ 1088708 w 1088707"/>
                  <a:gd name="connsiteY5" fmla="*/ 2350770 h 2895600"/>
                  <a:gd name="connsiteX6" fmla="*/ 544830 w 1088707"/>
                  <a:gd name="connsiteY6" fmla="*/ 2895600 h 289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8707" h="2895600">
                    <a:moveTo>
                      <a:pt x="544830" y="2895600"/>
                    </a:moveTo>
                    <a:lnTo>
                      <a:pt x="544830" y="2895600"/>
                    </a:lnTo>
                    <a:cubicBezTo>
                      <a:pt x="243840" y="2895600"/>
                      <a:pt x="0" y="2651760"/>
                      <a:pt x="0" y="2350770"/>
                    </a:cubicBezTo>
                    <a:lnTo>
                      <a:pt x="0" y="0"/>
                    </a:lnTo>
                    <a:lnTo>
                      <a:pt x="1088708" y="0"/>
                    </a:lnTo>
                    <a:lnTo>
                      <a:pt x="1088708" y="2350770"/>
                    </a:lnTo>
                    <a:cubicBezTo>
                      <a:pt x="1088708" y="2651760"/>
                      <a:pt x="844868" y="2895600"/>
                      <a:pt x="544830" y="2895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127000" dist="381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C145B52-AC15-66C0-5551-1995B34C68BA}"/>
                  </a:ext>
                </a:extLst>
              </p:cNvPr>
              <p:cNvSpPr/>
              <p:nvPr/>
            </p:nvSpPr>
            <p:spPr>
              <a:xfrm>
                <a:off x="856487" y="1941068"/>
                <a:ext cx="1997634" cy="522797"/>
              </a:xfrm>
              <a:custGeom>
                <a:avLst/>
                <a:gdLst>
                  <a:gd name="connsiteX0" fmla="*/ 1383030 w 1383029"/>
                  <a:gd name="connsiteY0" fmla="*/ 361950 h 361950"/>
                  <a:gd name="connsiteX1" fmla="*/ 0 w 1383029"/>
                  <a:gd name="connsiteY1" fmla="*/ 361950 h 361950"/>
                  <a:gd name="connsiteX2" fmla="*/ 127635 w 1383029"/>
                  <a:gd name="connsiteY2" fmla="*/ 180975 h 361950"/>
                  <a:gd name="connsiteX3" fmla="*/ 0 w 1383029"/>
                  <a:gd name="connsiteY3" fmla="*/ 0 h 361950"/>
                  <a:gd name="connsiteX4" fmla="*/ 1383030 w 1383029"/>
                  <a:gd name="connsiteY4" fmla="*/ 0 h 3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83029" h="361950">
                    <a:moveTo>
                      <a:pt x="1383030" y="361950"/>
                    </a:moveTo>
                    <a:lnTo>
                      <a:pt x="0" y="361950"/>
                    </a:lnTo>
                    <a:lnTo>
                      <a:pt x="127635" y="180975"/>
                    </a:lnTo>
                    <a:lnTo>
                      <a:pt x="0" y="0"/>
                    </a:lnTo>
                    <a:lnTo>
                      <a:pt x="138303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6D25D69-CF46-7159-810D-933E7C188554}"/>
                  </a:ext>
                </a:extLst>
              </p:cNvPr>
              <p:cNvSpPr/>
              <p:nvPr/>
            </p:nvSpPr>
            <p:spPr>
              <a:xfrm>
                <a:off x="2675269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D50000"/>
                  </a:gs>
                  <a:gs pos="50000">
                    <a:srgbClr val="D53E00"/>
                  </a:gs>
                  <a:gs pos="100000">
                    <a:srgbClr val="D57C00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E8BEA68-BA9A-5640-16B3-40CDE8FF1BF5}"/>
                  </a:ext>
                </a:extLst>
              </p:cNvPr>
              <p:cNvSpPr/>
              <p:nvPr/>
            </p:nvSpPr>
            <p:spPr>
              <a:xfrm>
                <a:off x="2675269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070BDF6-CB67-5300-4C45-4A4705BE1612}"/>
                  </a:ext>
                </a:extLst>
              </p:cNvPr>
              <p:cNvSpPr/>
              <p:nvPr/>
            </p:nvSpPr>
            <p:spPr>
              <a:xfrm>
                <a:off x="1363264" y="4460761"/>
                <a:ext cx="1052873" cy="1052871"/>
              </a:xfrm>
              <a:custGeom>
                <a:avLst/>
                <a:gdLst>
                  <a:gd name="connsiteX0" fmla="*/ 882015 w 882015"/>
                  <a:gd name="connsiteY0" fmla="*/ 441007 h 882015"/>
                  <a:gd name="connsiteX1" fmla="*/ 441008 w 882015"/>
                  <a:gd name="connsiteY1" fmla="*/ 882015 h 882015"/>
                  <a:gd name="connsiteX2" fmla="*/ 0 w 882015"/>
                  <a:gd name="connsiteY2" fmla="*/ 441007 h 882015"/>
                  <a:gd name="connsiteX3" fmla="*/ 441008 w 882015"/>
                  <a:gd name="connsiteY3" fmla="*/ 0 h 882015"/>
                  <a:gd name="connsiteX4" fmla="*/ 882015 w 882015"/>
                  <a:gd name="connsiteY4" fmla="*/ 441007 h 882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2015" h="882015">
                    <a:moveTo>
                      <a:pt x="882015" y="441007"/>
                    </a:moveTo>
                    <a:cubicBezTo>
                      <a:pt x="882015" y="684569"/>
                      <a:pt x="684569" y="882015"/>
                      <a:pt x="441008" y="882015"/>
                    </a:cubicBezTo>
                    <a:cubicBezTo>
                      <a:pt x="197446" y="882015"/>
                      <a:pt x="0" y="684569"/>
                      <a:pt x="0" y="441007"/>
                    </a:cubicBezTo>
                    <a:cubicBezTo>
                      <a:pt x="0" y="197446"/>
                      <a:pt x="197446" y="0"/>
                      <a:pt x="441008" y="0"/>
                    </a:cubicBezTo>
                    <a:cubicBezTo>
                      <a:pt x="684569" y="0"/>
                      <a:pt x="882015" y="197446"/>
                      <a:pt x="882015" y="441007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59E462E-250B-77AB-ECF6-556D361756FE}"/>
                  </a:ext>
                </a:extLst>
              </p:cNvPr>
              <p:cNvSpPr/>
              <p:nvPr/>
            </p:nvSpPr>
            <p:spPr>
              <a:xfrm>
                <a:off x="1425798" y="4523293"/>
                <a:ext cx="927800" cy="927800"/>
              </a:xfrm>
              <a:custGeom>
                <a:avLst/>
                <a:gdLst>
                  <a:gd name="connsiteX0" fmla="*/ 777240 w 777240"/>
                  <a:gd name="connsiteY0" fmla="*/ 388620 h 777240"/>
                  <a:gd name="connsiteX1" fmla="*/ 388620 w 777240"/>
                  <a:gd name="connsiteY1" fmla="*/ 777240 h 777240"/>
                  <a:gd name="connsiteX2" fmla="*/ 0 w 777240"/>
                  <a:gd name="connsiteY2" fmla="*/ 388620 h 777240"/>
                  <a:gd name="connsiteX3" fmla="*/ 388620 w 777240"/>
                  <a:gd name="connsiteY3" fmla="*/ 0 h 777240"/>
                  <a:gd name="connsiteX4" fmla="*/ 777240 w 777240"/>
                  <a:gd name="connsiteY4" fmla="*/ 388620 h 77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7240" h="777240">
                    <a:moveTo>
                      <a:pt x="777240" y="388620"/>
                    </a:moveTo>
                    <a:cubicBezTo>
                      <a:pt x="777240" y="603249"/>
                      <a:pt x="603249" y="777240"/>
                      <a:pt x="388620" y="777240"/>
                    </a:cubicBezTo>
                    <a:cubicBezTo>
                      <a:pt x="173991" y="777240"/>
                      <a:pt x="0" y="603249"/>
                      <a:pt x="0" y="388620"/>
                    </a:cubicBezTo>
                    <a:cubicBezTo>
                      <a:pt x="0" y="173991"/>
                      <a:pt x="173991" y="0"/>
                      <a:pt x="388620" y="0"/>
                    </a:cubicBezTo>
                    <a:cubicBezTo>
                      <a:pt x="603249" y="0"/>
                      <a:pt x="777240" y="173991"/>
                      <a:pt x="777240" y="3886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5DA20023-6353-D499-27D4-BEDE666213FC}"/>
                  </a:ext>
                </a:extLst>
              </p:cNvPr>
              <p:cNvSpPr txBox="1"/>
              <p:nvPr/>
            </p:nvSpPr>
            <p:spPr>
              <a:xfrm>
                <a:off x="991757" y="2627767"/>
                <a:ext cx="1727094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Montserrat" pitchFamily="2" charset="0"/>
                  </a:rPr>
                  <a:t>Summarize scenario, involved parties, project parameters, painting comprehensive picture.</a:t>
                </a:r>
                <a:endParaRPr lang="en-I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endParaRPr>
              </a:p>
            </p:txBody>
          </p: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D229A7F5-BA5E-7D2C-4E06-7F729772215F}"/>
                  </a:ext>
                </a:extLst>
              </p:cNvPr>
              <p:cNvSpPr txBox="1"/>
              <p:nvPr/>
            </p:nvSpPr>
            <p:spPr>
              <a:xfrm>
                <a:off x="1039505" y="2001905"/>
                <a:ext cx="17657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800" b="1" i="0" dirty="0">
                    <a:solidFill>
                      <a:schemeClr val="bg1"/>
                    </a:solidFill>
                    <a:effectLst/>
                    <a:latin typeface="Montserrat" pitchFamily="2" charset="0"/>
                  </a:rPr>
                  <a:t>Overview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5" name="Picture 4" descr="Overview Icons - Free SVG &amp; PNG Overview Images - Noun Project">
                <a:extLst>
                  <a:ext uri="{FF2B5EF4-FFF2-40B4-BE49-F238E27FC236}">
                    <a16:creationId xmlns:a16="http://schemas.microsoft.com/office/drawing/2014/main" id="{32938F11-3CA7-CEC2-7119-D8A10C7777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38876" y="4736370"/>
                <a:ext cx="501645" cy="5016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53A8EC61-3B59-27F2-987E-A0C9680184E3}"/>
                </a:ext>
              </a:extLst>
            </p:cNvPr>
            <p:cNvGrpSpPr/>
            <p:nvPr/>
          </p:nvGrpSpPr>
          <p:grpSpPr>
            <a:xfrm>
              <a:off x="3683617" y="1667288"/>
              <a:ext cx="1997634" cy="3969333"/>
              <a:chOff x="3683617" y="1667288"/>
              <a:chExt cx="1997634" cy="3969333"/>
            </a:xfrm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5CB7D81A-CED2-3EB6-B80C-731EDE5E6D4D}"/>
                  </a:ext>
                </a:extLst>
              </p:cNvPr>
              <p:cNvSpPr/>
              <p:nvPr/>
            </p:nvSpPr>
            <p:spPr>
              <a:xfrm>
                <a:off x="3929881" y="1667288"/>
                <a:ext cx="1572518" cy="3969333"/>
              </a:xfrm>
              <a:custGeom>
                <a:avLst/>
                <a:gdLst>
                  <a:gd name="connsiteX0" fmla="*/ 544830 w 1088707"/>
                  <a:gd name="connsiteY0" fmla="*/ 2895600 h 2895600"/>
                  <a:gd name="connsiteX1" fmla="*/ 544830 w 1088707"/>
                  <a:gd name="connsiteY1" fmla="*/ 2895600 h 2895600"/>
                  <a:gd name="connsiteX2" fmla="*/ 0 w 1088707"/>
                  <a:gd name="connsiteY2" fmla="*/ 2350770 h 2895600"/>
                  <a:gd name="connsiteX3" fmla="*/ 0 w 1088707"/>
                  <a:gd name="connsiteY3" fmla="*/ 0 h 2895600"/>
                  <a:gd name="connsiteX4" fmla="*/ 1088708 w 1088707"/>
                  <a:gd name="connsiteY4" fmla="*/ 0 h 2895600"/>
                  <a:gd name="connsiteX5" fmla="*/ 1088708 w 1088707"/>
                  <a:gd name="connsiteY5" fmla="*/ 2350770 h 2895600"/>
                  <a:gd name="connsiteX6" fmla="*/ 544830 w 1088707"/>
                  <a:gd name="connsiteY6" fmla="*/ 2895600 h 289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8707" h="2895600">
                    <a:moveTo>
                      <a:pt x="544830" y="2895600"/>
                    </a:moveTo>
                    <a:lnTo>
                      <a:pt x="544830" y="2895600"/>
                    </a:lnTo>
                    <a:cubicBezTo>
                      <a:pt x="243840" y="2895600"/>
                      <a:pt x="0" y="2651760"/>
                      <a:pt x="0" y="2350770"/>
                    </a:cubicBezTo>
                    <a:lnTo>
                      <a:pt x="0" y="0"/>
                    </a:lnTo>
                    <a:lnTo>
                      <a:pt x="1088708" y="0"/>
                    </a:lnTo>
                    <a:lnTo>
                      <a:pt x="1088708" y="2350770"/>
                    </a:lnTo>
                    <a:cubicBezTo>
                      <a:pt x="1088708" y="2651760"/>
                      <a:pt x="844868" y="2895600"/>
                      <a:pt x="544830" y="2895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127000" dist="381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5B2B49F-59C5-12E1-A992-A6557C4AE86F}"/>
                  </a:ext>
                </a:extLst>
              </p:cNvPr>
              <p:cNvSpPr/>
              <p:nvPr/>
            </p:nvSpPr>
            <p:spPr>
              <a:xfrm>
                <a:off x="3683617" y="1941068"/>
                <a:ext cx="1997634" cy="522797"/>
              </a:xfrm>
              <a:custGeom>
                <a:avLst/>
                <a:gdLst>
                  <a:gd name="connsiteX0" fmla="*/ 1383030 w 1383029"/>
                  <a:gd name="connsiteY0" fmla="*/ 361950 h 361950"/>
                  <a:gd name="connsiteX1" fmla="*/ 0 w 1383029"/>
                  <a:gd name="connsiteY1" fmla="*/ 361950 h 361950"/>
                  <a:gd name="connsiteX2" fmla="*/ 127635 w 1383029"/>
                  <a:gd name="connsiteY2" fmla="*/ 180975 h 361950"/>
                  <a:gd name="connsiteX3" fmla="*/ 0 w 1383029"/>
                  <a:gd name="connsiteY3" fmla="*/ 0 h 361950"/>
                  <a:gd name="connsiteX4" fmla="*/ 1383030 w 1383029"/>
                  <a:gd name="connsiteY4" fmla="*/ 0 h 3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83029" h="361950">
                    <a:moveTo>
                      <a:pt x="1383030" y="361950"/>
                    </a:moveTo>
                    <a:lnTo>
                      <a:pt x="0" y="361950"/>
                    </a:lnTo>
                    <a:lnTo>
                      <a:pt x="127635" y="180975"/>
                    </a:lnTo>
                    <a:lnTo>
                      <a:pt x="0" y="0"/>
                    </a:lnTo>
                    <a:lnTo>
                      <a:pt x="138303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1492B5D-D0C6-BF02-B62E-57494DDF6A36}"/>
                  </a:ext>
                </a:extLst>
              </p:cNvPr>
              <p:cNvSpPr/>
              <p:nvPr/>
            </p:nvSpPr>
            <p:spPr>
              <a:xfrm>
                <a:off x="5502399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D50000"/>
                  </a:gs>
                  <a:gs pos="50000">
                    <a:srgbClr val="D53E00"/>
                  </a:gs>
                  <a:gs pos="100000">
                    <a:srgbClr val="D57C00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6131FF6-78DB-DA88-F788-EE831E61A882}"/>
                  </a:ext>
                </a:extLst>
              </p:cNvPr>
              <p:cNvSpPr/>
              <p:nvPr/>
            </p:nvSpPr>
            <p:spPr>
              <a:xfrm>
                <a:off x="5502399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A0FDC7F-51E5-B6BD-D48B-AFC5C11A2E17}"/>
                  </a:ext>
                </a:extLst>
              </p:cNvPr>
              <p:cNvSpPr/>
              <p:nvPr/>
            </p:nvSpPr>
            <p:spPr>
              <a:xfrm>
                <a:off x="4190394" y="4460761"/>
                <a:ext cx="1052873" cy="1052871"/>
              </a:xfrm>
              <a:custGeom>
                <a:avLst/>
                <a:gdLst>
                  <a:gd name="connsiteX0" fmla="*/ 882015 w 882015"/>
                  <a:gd name="connsiteY0" fmla="*/ 441007 h 882015"/>
                  <a:gd name="connsiteX1" fmla="*/ 441008 w 882015"/>
                  <a:gd name="connsiteY1" fmla="*/ 882015 h 882015"/>
                  <a:gd name="connsiteX2" fmla="*/ 0 w 882015"/>
                  <a:gd name="connsiteY2" fmla="*/ 441007 h 882015"/>
                  <a:gd name="connsiteX3" fmla="*/ 441008 w 882015"/>
                  <a:gd name="connsiteY3" fmla="*/ 0 h 882015"/>
                  <a:gd name="connsiteX4" fmla="*/ 882015 w 882015"/>
                  <a:gd name="connsiteY4" fmla="*/ 441007 h 882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2015" h="882015">
                    <a:moveTo>
                      <a:pt x="882015" y="441007"/>
                    </a:moveTo>
                    <a:cubicBezTo>
                      <a:pt x="882015" y="684569"/>
                      <a:pt x="684569" y="882015"/>
                      <a:pt x="441008" y="882015"/>
                    </a:cubicBezTo>
                    <a:cubicBezTo>
                      <a:pt x="197446" y="882015"/>
                      <a:pt x="0" y="684569"/>
                      <a:pt x="0" y="441007"/>
                    </a:cubicBezTo>
                    <a:cubicBezTo>
                      <a:pt x="0" y="197446"/>
                      <a:pt x="197446" y="0"/>
                      <a:pt x="441008" y="0"/>
                    </a:cubicBezTo>
                    <a:cubicBezTo>
                      <a:pt x="684569" y="0"/>
                      <a:pt x="882015" y="197446"/>
                      <a:pt x="882015" y="441007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ABE3289-9502-53A9-D021-50E5C2A3F63D}"/>
                  </a:ext>
                </a:extLst>
              </p:cNvPr>
              <p:cNvSpPr/>
              <p:nvPr/>
            </p:nvSpPr>
            <p:spPr>
              <a:xfrm>
                <a:off x="4252928" y="4523293"/>
                <a:ext cx="927800" cy="927800"/>
              </a:xfrm>
              <a:custGeom>
                <a:avLst/>
                <a:gdLst>
                  <a:gd name="connsiteX0" fmla="*/ 777240 w 777240"/>
                  <a:gd name="connsiteY0" fmla="*/ 388620 h 777240"/>
                  <a:gd name="connsiteX1" fmla="*/ 388620 w 777240"/>
                  <a:gd name="connsiteY1" fmla="*/ 777240 h 777240"/>
                  <a:gd name="connsiteX2" fmla="*/ 0 w 777240"/>
                  <a:gd name="connsiteY2" fmla="*/ 388620 h 777240"/>
                  <a:gd name="connsiteX3" fmla="*/ 388620 w 777240"/>
                  <a:gd name="connsiteY3" fmla="*/ 0 h 777240"/>
                  <a:gd name="connsiteX4" fmla="*/ 777240 w 777240"/>
                  <a:gd name="connsiteY4" fmla="*/ 388620 h 77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7240" h="777240">
                    <a:moveTo>
                      <a:pt x="777240" y="388620"/>
                    </a:moveTo>
                    <a:cubicBezTo>
                      <a:pt x="777240" y="603249"/>
                      <a:pt x="603249" y="777240"/>
                      <a:pt x="388620" y="777240"/>
                    </a:cubicBezTo>
                    <a:cubicBezTo>
                      <a:pt x="173991" y="777240"/>
                      <a:pt x="0" y="603249"/>
                      <a:pt x="0" y="388620"/>
                    </a:cubicBezTo>
                    <a:cubicBezTo>
                      <a:pt x="0" y="173991"/>
                      <a:pt x="173991" y="0"/>
                      <a:pt x="388620" y="0"/>
                    </a:cubicBezTo>
                    <a:cubicBezTo>
                      <a:pt x="603249" y="0"/>
                      <a:pt x="777240" y="173991"/>
                      <a:pt x="777240" y="38862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64758194-84AC-D789-DCE6-EA60BB4C06DB}"/>
                  </a:ext>
                </a:extLst>
              </p:cNvPr>
              <p:cNvSpPr txBox="1"/>
              <p:nvPr/>
            </p:nvSpPr>
            <p:spPr>
              <a:xfrm>
                <a:off x="3850795" y="2627767"/>
                <a:ext cx="1727094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Montserrat" pitchFamily="2" charset="0"/>
                  </a:rPr>
                  <a:t>Outline the key business challenge, consumer problem or market opportunity.</a:t>
                </a:r>
                <a:endParaRPr lang="en-I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2FFF950C-9093-BBAF-B6B0-B800429C8B76}"/>
                  </a:ext>
                </a:extLst>
              </p:cNvPr>
              <p:cNvSpPr txBox="1"/>
              <p:nvPr/>
            </p:nvSpPr>
            <p:spPr>
              <a:xfrm>
                <a:off x="3866378" y="2001905"/>
                <a:ext cx="17657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800" b="1" i="0" dirty="0">
                    <a:solidFill>
                      <a:schemeClr val="bg1"/>
                    </a:solidFill>
                    <a:effectLst/>
                    <a:latin typeface="Montserrat" pitchFamily="2" charset="0"/>
                  </a:rPr>
                  <a:t>Challenge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7" name="Picture 8" descr="Challenge pack Icons &amp; Symbols">
                <a:extLst>
                  <a:ext uri="{FF2B5EF4-FFF2-40B4-BE49-F238E27FC236}">
                    <a16:creationId xmlns:a16="http://schemas.microsoft.com/office/drawing/2014/main" id="{D76CFCE4-D02B-9966-9380-DF2AF06757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93288" y="4697385"/>
                <a:ext cx="470055" cy="4700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1" name="Group 1040">
              <a:extLst>
                <a:ext uri="{FF2B5EF4-FFF2-40B4-BE49-F238E27FC236}">
                  <a16:creationId xmlns:a16="http://schemas.microsoft.com/office/drawing/2014/main" id="{9793635A-D45D-528E-1234-3E8155D61188}"/>
                </a:ext>
              </a:extLst>
            </p:cNvPr>
            <p:cNvGrpSpPr/>
            <p:nvPr/>
          </p:nvGrpSpPr>
          <p:grpSpPr>
            <a:xfrm>
              <a:off x="6510747" y="1667288"/>
              <a:ext cx="1997634" cy="3969333"/>
              <a:chOff x="6510747" y="1667288"/>
              <a:chExt cx="1997634" cy="3969333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157BA08A-EB24-7516-958F-80F97A37C41E}"/>
                  </a:ext>
                </a:extLst>
              </p:cNvPr>
              <p:cNvSpPr/>
              <p:nvPr/>
            </p:nvSpPr>
            <p:spPr>
              <a:xfrm>
                <a:off x="6757011" y="1667288"/>
                <a:ext cx="1572518" cy="3969333"/>
              </a:xfrm>
              <a:custGeom>
                <a:avLst/>
                <a:gdLst>
                  <a:gd name="connsiteX0" fmla="*/ 544830 w 1088707"/>
                  <a:gd name="connsiteY0" fmla="*/ 2895600 h 2895600"/>
                  <a:gd name="connsiteX1" fmla="*/ 544830 w 1088707"/>
                  <a:gd name="connsiteY1" fmla="*/ 2895600 h 2895600"/>
                  <a:gd name="connsiteX2" fmla="*/ 0 w 1088707"/>
                  <a:gd name="connsiteY2" fmla="*/ 2350770 h 2895600"/>
                  <a:gd name="connsiteX3" fmla="*/ 0 w 1088707"/>
                  <a:gd name="connsiteY3" fmla="*/ 0 h 2895600"/>
                  <a:gd name="connsiteX4" fmla="*/ 1088708 w 1088707"/>
                  <a:gd name="connsiteY4" fmla="*/ 0 h 2895600"/>
                  <a:gd name="connsiteX5" fmla="*/ 1088708 w 1088707"/>
                  <a:gd name="connsiteY5" fmla="*/ 2350770 h 2895600"/>
                  <a:gd name="connsiteX6" fmla="*/ 544830 w 1088707"/>
                  <a:gd name="connsiteY6" fmla="*/ 2895600 h 289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8707" h="2895600">
                    <a:moveTo>
                      <a:pt x="544830" y="2895600"/>
                    </a:moveTo>
                    <a:lnTo>
                      <a:pt x="544830" y="2895600"/>
                    </a:lnTo>
                    <a:cubicBezTo>
                      <a:pt x="243840" y="2895600"/>
                      <a:pt x="0" y="2651760"/>
                      <a:pt x="0" y="2350770"/>
                    </a:cubicBezTo>
                    <a:lnTo>
                      <a:pt x="0" y="0"/>
                    </a:lnTo>
                    <a:lnTo>
                      <a:pt x="1088708" y="0"/>
                    </a:lnTo>
                    <a:lnTo>
                      <a:pt x="1088708" y="2350770"/>
                    </a:lnTo>
                    <a:cubicBezTo>
                      <a:pt x="1088708" y="2651760"/>
                      <a:pt x="844868" y="2895600"/>
                      <a:pt x="544830" y="2895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127000" dist="381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D039EF9-3CF9-8935-01BB-9BEC3B64F5BA}"/>
                  </a:ext>
                </a:extLst>
              </p:cNvPr>
              <p:cNvSpPr/>
              <p:nvPr/>
            </p:nvSpPr>
            <p:spPr>
              <a:xfrm>
                <a:off x="6510747" y="1941068"/>
                <a:ext cx="1997634" cy="522797"/>
              </a:xfrm>
              <a:custGeom>
                <a:avLst/>
                <a:gdLst>
                  <a:gd name="connsiteX0" fmla="*/ 1383030 w 1383029"/>
                  <a:gd name="connsiteY0" fmla="*/ 361950 h 361950"/>
                  <a:gd name="connsiteX1" fmla="*/ 0 w 1383029"/>
                  <a:gd name="connsiteY1" fmla="*/ 361950 h 361950"/>
                  <a:gd name="connsiteX2" fmla="*/ 127635 w 1383029"/>
                  <a:gd name="connsiteY2" fmla="*/ 180975 h 361950"/>
                  <a:gd name="connsiteX3" fmla="*/ 0 w 1383029"/>
                  <a:gd name="connsiteY3" fmla="*/ 0 h 361950"/>
                  <a:gd name="connsiteX4" fmla="*/ 1383030 w 1383029"/>
                  <a:gd name="connsiteY4" fmla="*/ 0 h 3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83029" h="361950">
                    <a:moveTo>
                      <a:pt x="1383030" y="361950"/>
                    </a:moveTo>
                    <a:lnTo>
                      <a:pt x="0" y="361950"/>
                    </a:lnTo>
                    <a:lnTo>
                      <a:pt x="127635" y="180975"/>
                    </a:lnTo>
                    <a:lnTo>
                      <a:pt x="0" y="0"/>
                    </a:lnTo>
                    <a:lnTo>
                      <a:pt x="138303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93EBFEB-AB47-857C-4DEB-369E0B88DB75}"/>
                  </a:ext>
                </a:extLst>
              </p:cNvPr>
              <p:cNvSpPr/>
              <p:nvPr/>
            </p:nvSpPr>
            <p:spPr>
              <a:xfrm>
                <a:off x="8329529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D50000"/>
                  </a:gs>
                  <a:gs pos="50000">
                    <a:srgbClr val="D53E00"/>
                  </a:gs>
                  <a:gs pos="100000">
                    <a:srgbClr val="D57C00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1B086AA-DD93-3359-8A18-4356E6F54135}"/>
                  </a:ext>
                </a:extLst>
              </p:cNvPr>
              <p:cNvSpPr/>
              <p:nvPr/>
            </p:nvSpPr>
            <p:spPr>
              <a:xfrm>
                <a:off x="8329529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FB6263A2-B7E1-59C6-5E26-6C5D22FFD2E7}"/>
                  </a:ext>
                </a:extLst>
              </p:cNvPr>
              <p:cNvSpPr/>
              <p:nvPr/>
            </p:nvSpPr>
            <p:spPr>
              <a:xfrm>
                <a:off x="7017524" y="4460761"/>
                <a:ext cx="1052873" cy="1052871"/>
              </a:xfrm>
              <a:custGeom>
                <a:avLst/>
                <a:gdLst>
                  <a:gd name="connsiteX0" fmla="*/ 882015 w 882015"/>
                  <a:gd name="connsiteY0" fmla="*/ 441007 h 882015"/>
                  <a:gd name="connsiteX1" fmla="*/ 441008 w 882015"/>
                  <a:gd name="connsiteY1" fmla="*/ 882015 h 882015"/>
                  <a:gd name="connsiteX2" fmla="*/ 0 w 882015"/>
                  <a:gd name="connsiteY2" fmla="*/ 441007 h 882015"/>
                  <a:gd name="connsiteX3" fmla="*/ 441008 w 882015"/>
                  <a:gd name="connsiteY3" fmla="*/ 0 h 882015"/>
                  <a:gd name="connsiteX4" fmla="*/ 882015 w 882015"/>
                  <a:gd name="connsiteY4" fmla="*/ 441007 h 882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2015" h="882015">
                    <a:moveTo>
                      <a:pt x="882015" y="441007"/>
                    </a:moveTo>
                    <a:cubicBezTo>
                      <a:pt x="882015" y="684569"/>
                      <a:pt x="684569" y="882015"/>
                      <a:pt x="441008" y="882015"/>
                    </a:cubicBezTo>
                    <a:cubicBezTo>
                      <a:pt x="197446" y="882015"/>
                      <a:pt x="0" y="684569"/>
                      <a:pt x="0" y="441007"/>
                    </a:cubicBezTo>
                    <a:cubicBezTo>
                      <a:pt x="0" y="197446"/>
                      <a:pt x="197446" y="0"/>
                      <a:pt x="441008" y="0"/>
                    </a:cubicBezTo>
                    <a:cubicBezTo>
                      <a:pt x="684569" y="0"/>
                      <a:pt x="882015" y="197446"/>
                      <a:pt x="882015" y="441007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C05EA60-CBB7-035A-E6BE-2607CBFC185F}"/>
                  </a:ext>
                </a:extLst>
              </p:cNvPr>
              <p:cNvSpPr/>
              <p:nvPr/>
            </p:nvSpPr>
            <p:spPr>
              <a:xfrm>
                <a:off x="7080058" y="4523293"/>
                <a:ext cx="927800" cy="927800"/>
              </a:xfrm>
              <a:custGeom>
                <a:avLst/>
                <a:gdLst>
                  <a:gd name="connsiteX0" fmla="*/ 777240 w 777240"/>
                  <a:gd name="connsiteY0" fmla="*/ 388620 h 777240"/>
                  <a:gd name="connsiteX1" fmla="*/ 388620 w 777240"/>
                  <a:gd name="connsiteY1" fmla="*/ 777240 h 777240"/>
                  <a:gd name="connsiteX2" fmla="*/ 0 w 777240"/>
                  <a:gd name="connsiteY2" fmla="*/ 388620 h 777240"/>
                  <a:gd name="connsiteX3" fmla="*/ 388620 w 777240"/>
                  <a:gd name="connsiteY3" fmla="*/ 0 h 777240"/>
                  <a:gd name="connsiteX4" fmla="*/ 777240 w 777240"/>
                  <a:gd name="connsiteY4" fmla="*/ 388620 h 77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7240" h="777240">
                    <a:moveTo>
                      <a:pt x="777240" y="388620"/>
                    </a:moveTo>
                    <a:cubicBezTo>
                      <a:pt x="777240" y="603249"/>
                      <a:pt x="603249" y="777240"/>
                      <a:pt x="388620" y="777240"/>
                    </a:cubicBezTo>
                    <a:cubicBezTo>
                      <a:pt x="173991" y="777240"/>
                      <a:pt x="0" y="603249"/>
                      <a:pt x="0" y="388620"/>
                    </a:cubicBezTo>
                    <a:cubicBezTo>
                      <a:pt x="0" y="173991"/>
                      <a:pt x="173991" y="0"/>
                      <a:pt x="388620" y="0"/>
                    </a:cubicBezTo>
                    <a:cubicBezTo>
                      <a:pt x="603249" y="0"/>
                      <a:pt x="777240" y="173991"/>
                      <a:pt x="777240" y="38862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5BFC3218-2E20-ED1F-C9D3-7E809BF62B73}"/>
                  </a:ext>
                </a:extLst>
              </p:cNvPr>
              <p:cNvSpPr txBox="1"/>
              <p:nvPr/>
            </p:nvSpPr>
            <p:spPr>
              <a:xfrm>
                <a:off x="6761834" y="2627767"/>
                <a:ext cx="1570085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Montserrat" pitchFamily="2" charset="0"/>
                  </a:rPr>
                  <a:t>Talk about the product or service you provide and how you deployed tools or strategy.</a:t>
                </a:r>
                <a:endParaRPr lang="en-I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endParaRPr>
              </a:p>
            </p:txBody>
          </p:sp>
          <p:sp>
            <p:nvSpPr>
              <p:cNvPr id="1033" name="TextBox 1032">
                <a:extLst>
                  <a:ext uri="{FF2B5EF4-FFF2-40B4-BE49-F238E27FC236}">
                    <a16:creationId xmlns:a16="http://schemas.microsoft.com/office/drawing/2014/main" id="{029D9C61-303E-B377-3BA0-B2C521277BE8}"/>
                  </a:ext>
                </a:extLst>
              </p:cNvPr>
              <p:cNvSpPr txBox="1"/>
              <p:nvPr/>
            </p:nvSpPr>
            <p:spPr>
              <a:xfrm>
                <a:off x="6693251" y="2001905"/>
                <a:ext cx="17657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800" b="1" i="0" dirty="0">
                    <a:solidFill>
                      <a:schemeClr val="bg1"/>
                    </a:solidFill>
                    <a:effectLst/>
                    <a:latin typeface="Montserrat" pitchFamily="2" charset="0"/>
                  </a:rPr>
                  <a:t>Solution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8" name="Picture 10" descr="Solution - Free marketing icons">
                <a:extLst>
                  <a:ext uri="{FF2B5EF4-FFF2-40B4-BE49-F238E27FC236}">
                    <a16:creationId xmlns:a16="http://schemas.microsoft.com/office/drawing/2014/main" id="{FA56CFEE-F488-BA10-5BFC-FD8D0474A9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239899" y="4676484"/>
                <a:ext cx="599095" cy="5990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802CE8DB-2D74-0E00-3DB0-0A42B229420D}"/>
                </a:ext>
              </a:extLst>
            </p:cNvPr>
            <p:cNvGrpSpPr/>
            <p:nvPr/>
          </p:nvGrpSpPr>
          <p:grpSpPr>
            <a:xfrm>
              <a:off x="9337878" y="1667288"/>
              <a:ext cx="1997634" cy="3969333"/>
              <a:chOff x="9337878" y="1667288"/>
              <a:chExt cx="1997634" cy="3969333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5DCC1FE-975C-7512-86C1-256D861DC527}"/>
                  </a:ext>
                </a:extLst>
              </p:cNvPr>
              <p:cNvSpPr/>
              <p:nvPr/>
            </p:nvSpPr>
            <p:spPr>
              <a:xfrm>
                <a:off x="9584142" y="1667288"/>
                <a:ext cx="1572518" cy="3969333"/>
              </a:xfrm>
              <a:custGeom>
                <a:avLst/>
                <a:gdLst>
                  <a:gd name="connsiteX0" fmla="*/ 544830 w 1088707"/>
                  <a:gd name="connsiteY0" fmla="*/ 2895600 h 2895600"/>
                  <a:gd name="connsiteX1" fmla="*/ 544830 w 1088707"/>
                  <a:gd name="connsiteY1" fmla="*/ 2895600 h 2895600"/>
                  <a:gd name="connsiteX2" fmla="*/ 0 w 1088707"/>
                  <a:gd name="connsiteY2" fmla="*/ 2350770 h 2895600"/>
                  <a:gd name="connsiteX3" fmla="*/ 0 w 1088707"/>
                  <a:gd name="connsiteY3" fmla="*/ 0 h 2895600"/>
                  <a:gd name="connsiteX4" fmla="*/ 1088708 w 1088707"/>
                  <a:gd name="connsiteY4" fmla="*/ 0 h 2895600"/>
                  <a:gd name="connsiteX5" fmla="*/ 1088708 w 1088707"/>
                  <a:gd name="connsiteY5" fmla="*/ 2350770 h 2895600"/>
                  <a:gd name="connsiteX6" fmla="*/ 544830 w 1088707"/>
                  <a:gd name="connsiteY6" fmla="*/ 2895600 h 289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8707" h="2895600">
                    <a:moveTo>
                      <a:pt x="544830" y="2895600"/>
                    </a:moveTo>
                    <a:lnTo>
                      <a:pt x="544830" y="2895600"/>
                    </a:lnTo>
                    <a:cubicBezTo>
                      <a:pt x="243840" y="2895600"/>
                      <a:pt x="0" y="2651760"/>
                      <a:pt x="0" y="2350770"/>
                    </a:cubicBezTo>
                    <a:lnTo>
                      <a:pt x="0" y="0"/>
                    </a:lnTo>
                    <a:lnTo>
                      <a:pt x="1088708" y="0"/>
                    </a:lnTo>
                    <a:lnTo>
                      <a:pt x="1088708" y="2350770"/>
                    </a:lnTo>
                    <a:cubicBezTo>
                      <a:pt x="1088708" y="2651760"/>
                      <a:pt x="844868" y="2895600"/>
                      <a:pt x="544830" y="28956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  <a:effectLst>
                <a:outerShdw blurRad="127000" dist="381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8F89316F-6484-1A1B-7A6E-886FAAECC679}"/>
                  </a:ext>
                </a:extLst>
              </p:cNvPr>
              <p:cNvSpPr/>
              <p:nvPr/>
            </p:nvSpPr>
            <p:spPr>
              <a:xfrm>
                <a:off x="9337878" y="1941068"/>
                <a:ext cx="1997634" cy="522797"/>
              </a:xfrm>
              <a:custGeom>
                <a:avLst/>
                <a:gdLst>
                  <a:gd name="connsiteX0" fmla="*/ 1383030 w 1383029"/>
                  <a:gd name="connsiteY0" fmla="*/ 361950 h 361950"/>
                  <a:gd name="connsiteX1" fmla="*/ 0 w 1383029"/>
                  <a:gd name="connsiteY1" fmla="*/ 361950 h 361950"/>
                  <a:gd name="connsiteX2" fmla="*/ 127635 w 1383029"/>
                  <a:gd name="connsiteY2" fmla="*/ 180975 h 361950"/>
                  <a:gd name="connsiteX3" fmla="*/ 0 w 1383029"/>
                  <a:gd name="connsiteY3" fmla="*/ 0 h 361950"/>
                  <a:gd name="connsiteX4" fmla="*/ 1383030 w 1383029"/>
                  <a:gd name="connsiteY4" fmla="*/ 0 h 36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83029" h="361950">
                    <a:moveTo>
                      <a:pt x="1383030" y="361950"/>
                    </a:moveTo>
                    <a:lnTo>
                      <a:pt x="0" y="361950"/>
                    </a:lnTo>
                    <a:lnTo>
                      <a:pt x="127635" y="180975"/>
                    </a:lnTo>
                    <a:lnTo>
                      <a:pt x="0" y="0"/>
                    </a:lnTo>
                    <a:lnTo>
                      <a:pt x="1383030" y="0"/>
                    </a:lnTo>
                    <a:close/>
                  </a:path>
                </a:pathLst>
              </a:custGeom>
              <a:solidFill>
                <a:srgbClr val="FFCD2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9F2DE18-B253-DA1E-41F8-74EB4EFA849E}"/>
                  </a:ext>
                </a:extLst>
              </p:cNvPr>
              <p:cNvSpPr/>
              <p:nvPr/>
            </p:nvSpPr>
            <p:spPr>
              <a:xfrm>
                <a:off x="11156660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D50000"/>
                  </a:gs>
                  <a:gs pos="50000">
                    <a:srgbClr val="D53E00"/>
                  </a:gs>
                  <a:gs pos="100000">
                    <a:srgbClr val="D57C00"/>
                  </a:gs>
                </a:gsLst>
                <a:lin ang="54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84C948D-46BE-9ACD-0D20-65927823076D}"/>
                  </a:ext>
                </a:extLst>
              </p:cNvPr>
              <p:cNvSpPr/>
              <p:nvPr/>
            </p:nvSpPr>
            <p:spPr>
              <a:xfrm>
                <a:off x="11156660" y="2463865"/>
                <a:ext cx="178852" cy="202239"/>
              </a:xfrm>
              <a:custGeom>
                <a:avLst/>
                <a:gdLst>
                  <a:gd name="connsiteX0" fmla="*/ 123825 w 123825"/>
                  <a:gd name="connsiteY0" fmla="*/ 0 h 140017"/>
                  <a:gd name="connsiteX1" fmla="*/ 0 w 123825"/>
                  <a:gd name="connsiteY1" fmla="*/ 140017 h 140017"/>
                  <a:gd name="connsiteX2" fmla="*/ 0 w 123825"/>
                  <a:gd name="connsiteY2" fmla="*/ 0 h 1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3825" h="140017">
                    <a:moveTo>
                      <a:pt x="123825" y="0"/>
                    </a:moveTo>
                    <a:lnTo>
                      <a:pt x="0" y="1400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0151F15-8609-331B-3C9F-F93253195AFD}"/>
                  </a:ext>
                </a:extLst>
              </p:cNvPr>
              <p:cNvSpPr/>
              <p:nvPr/>
            </p:nvSpPr>
            <p:spPr>
              <a:xfrm>
                <a:off x="9844655" y="4460761"/>
                <a:ext cx="1052873" cy="1052871"/>
              </a:xfrm>
              <a:custGeom>
                <a:avLst/>
                <a:gdLst>
                  <a:gd name="connsiteX0" fmla="*/ 882015 w 882015"/>
                  <a:gd name="connsiteY0" fmla="*/ 441007 h 882015"/>
                  <a:gd name="connsiteX1" fmla="*/ 441008 w 882015"/>
                  <a:gd name="connsiteY1" fmla="*/ 882015 h 882015"/>
                  <a:gd name="connsiteX2" fmla="*/ 0 w 882015"/>
                  <a:gd name="connsiteY2" fmla="*/ 441007 h 882015"/>
                  <a:gd name="connsiteX3" fmla="*/ 441008 w 882015"/>
                  <a:gd name="connsiteY3" fmla="*/ 0 h 882015"/>
                  <a:gd name="connsiteX4" fmla="*/ 882015 w 882015"/>
                  <a:gd name="connsiteY4" fmla="*/ 441007 h 882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2015" h="882015">
                    <a:moveTo>
                      <a:pt x="882015" y="441007"/>
                    </a:moveTo>
                    <a:cubicBezTo>
                      <a:pt x="882015" y="684569"/>
                      <a:pt x="684569" y="882015"/>
                      <a:pt x="441008" y="882015"/>
                    </a:cubicBezTo>
                    <a:cubicBezTo>
                      <a:pt x="197446" y="882015"/>
                      <a:pt x="0" y="684569"/>
                      <a:pt x="0" y="441007"/>
                    </a:cubicBezTo>
                    <a:cubicBezTo>
                      <a:pt x="0" y="197446"/>
                      <a:pt x="197446" y="0"/>
                      <a:pt x="441008" y="0"/>
                    </a:cubicBezTo>
                    <a:cubicBezTo>
                      <a:pt x="684569" y="0"/>
                      <a:pt x="882015" y="197446"/>
                      <a:pt x="882015" y="441007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E0752FC5-9790-5E39-74B5-FDA54A234583}"/>
                  </a:ext>
                </a:extLst>
              </p:cNvPr>
              <p:cNvSpPr/>
              <p:nvPr/>
            </p:nvSpPr>
            <p:spPr>
              <a:xfrm>
                <a:off x="9907189" y="4523293"/>
                <a:ext cx="927800" cy="927800"/>
              </a:xfrm>
              <a:custGeom>
                <a:avLst/>
                <a:gdLst>
                  <a:gd name="connsiteX0" fmla="*/ 777240 w 777240"/>
                  <a:gd name="connsiteY0" fmla="*/ 388620 h 777240"/>
                  <a:gd name="connsiteX1" fmla="*/ 388620 w 777240"/>
                  <a:gd name="connsiteY1" fmla="*/ 777240 h 777240"/>
                  <a:gd name="connsiteX2" fmla="*/ 0 w 777240"/>
                  <a:gd name="connsiteY2" fmla="*/ 388620 h 777240"/>
                  <a:gd name="connsiteX3" fmla="*/ 388620 w 777240"/>
                  <a:gd name="connsiteY3" fmla="*/ 0 h 777240"/>
                  <a:gd name="connsiteX4" fmla="*/ 777240 w 777240"/>
                  <a:gd name="connsiteY4" fmla="*/ 388620 h 777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7240" h="777240">
                    <a:moveTo>
                      <a:pt x="777240" y="388620"/>
                    </a:moveTo>
                    <a:cubicBezTo>
                      <a:pt x="777240" y="603249"/>
                      <a:pt x="603249" y="777240"/>
                      <a:pt x="388620" y="777240"/>
                    </a:cubicBezTo>
                    <a:cubicBezTo>
                      <a:pt x="173991" y="777240"/>
                      <a:pt x="0" y="603249"/>
                      <a:pt x="0" y="388620"/>
                    </a:cubicBezTo>
                    <a:cubicBezTo>
                      <a:pt x="0" y="173991"/>
                      <a:pt x="173991" y="0"/>
                      <a:pt x="388620" y="0"/>
                    </a:cubicBezTo>
                    <a:cubicBezTo>
                      <a:pt x="603249" y="0"/>
                      <a:pt x="777240" y="173991"/>
                      <a:pt x="777240" y="388620"/>
                    </a:cubicBezTo>
                    <a:close/>
                  </a:path>
                </a:pathLst>
              </a:custGeom>
              <a:solidFill>
                <a:srgbClr val="FFCD2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14F1AC83-A6B6-BDA2-A4D1-31A52D0E0666}"/>
                  </a:ext>
                </a:extLst>
              </p:cNvPr>
              <p:cNvSpPr txBox="1"/>
              <p:nvPr/>
            </p:nvSpPr>
            <p:spPr>
              <a:xfrm>
                <a:off x="9493620" y="2627767"/>
                <a:ext cx="1765795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Montserrat" pitchFamily="2" charset="0"/>
                  </a:rPr>
                  <a:t>Highlight product/service benefits, showcasing positive </a:t>
                </a:r>
                <a:br>
                  <a:rPr lang="en-US" sz="14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Montserrat" pitchFamily="2" charset="0"/>
                  </a:rPr>
                </a:br>
                <a:r>
                  <a:rPr lang="en-US" sz="1400" b="0" i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latin typeface="Montserrat" pitchFamily="2" charset="0"/>
                  </a:rPr>
                  <a:t>impact on users/customers.</a:t>
                </a:r>
                <a:endParaRPr lang="en-I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ontserrat" pitchFamily="2" charset="0"/>
                </a:endParaRPr>
              </a:p>
            </p:txBody>
          </p: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64D39417-8FAA-541F-1FD7-42C3FA8D5334}"/>
                  </a:ext>
                </a:extLst>
              </p:cNvPr>
              <p:cNvSpPr txBox="1"/>
              <p:nvPr/>
            </p:nvSpPr>
            <p:spPr>
              <a:xfrm>
                <a:off x="9520125" y="2001905"/>
                <a:ext cx="17657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800" b="1" i="0" dirty="0">
                    <a:solidFill>
                      <a:schemeClr val="bg1"/>
                    </a:solidFill>
                    <a:effectLst/>
                    <a:latin typeface="Montserrat" pitchFamily="2" charset="0"/>
                  </a:rPr>
                  <a:t>Outcome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039" name="Picture 12" descr="Outcome Icons - Free SVG &amp; PNG Outcome Images - Noun Project">
                <a:extLst>
                  <a:ext uri="{FF2B5EF4-FFF2-40B4-BE49-F238E27FC236}">
                    <a16:creationId xmlns:a16="http://schemas.microsoft.com/office/drawing/2014/main" id="{D6ACA363-E2E2-45A8-CCCA-3814CE8A5E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143069" y="4759173"/>
                <a:ext cx="456041" cy="4560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64491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9">
      <a:dk1>
        <a:srgbClr val="000000"/>
      </a:dk1>
      <a:lt1>
        <a:srgbClr val="FFFFFF"/>
      </a:lt1>
      <a:dk2>
        <a:srgbClr val="367FFC"/>
      </a:dk2>
      <a:lt2>
        <a:srgbClr val="00B0F0"/>
      </a:lt2>
      <a:accent1>
        <a:srgbClr val="FFC000"/>
      </a:accent1>
      <a:accent2>
        <a:srgbClr val="FD8558"/>
      </a:accent2>
      <a:accent3>
        <a:srgbClr val="F4546A"/>
      </a:accent3>
      <a:accent4>
        <a:srgbClr val="DC78A4"/>
      </a:accent4>
      <a:accent5>
        <a:srgbClr val="8190CC"/>
      </a:accent5>
      <a:accent6>
        <a:srgbClr val="8661C1"/>
      </a:accent6>
      <a:hlink>
        <a:srgbClr val="8661C1"/>
      </a:hlink>
      <a:folHlink>
        <a:srgbClr val="367FF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Bhavadharani T</dc:creator>
  <cp:lastModifiedBy>Bhavadharani T</cp:lastModifiedBy>
  <cp:revision>2</cp:revision>
  <dcterms:created xsi:type="dcterms:W3CDTF">2024-02-21T03:38:16Z</dcterms:created>
  <dcterms:modified xsi:type="dcterms:W3CDTF">2024-02-29T05:44:39Z</dcterms:modified>
</cp:coreProperties>
</file>