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5A31"/>
    <a:srgbClr val="F8C8AD"/>
    <a:srgbClr val="ED7D31"/>
    <a:srgbClr val="F3C5AD"/>
    <a:srgbClr val="C55A11"/>
    <a:srgbClr val="C57D31"/>
    <a:srgbClr val="C87700"/>
    <a:srgbClr val="FF9900"/>
    <a:srgbClr val="5B3E31"/>
    <a:srgbClr val="FA95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98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401E1-CED8-4CD8-930C-5F29150EC254}" type="datetimeFigureOut">
              <a:rPr lang="fr-FR" smtClean="0"/>
              <a:t>19/06/2026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FA5E2-2CEC-472A-A55E-A0914EEA38E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270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401E1-CED8-4CD8-930C-5F29150EC254}" type="datetimeFigureOut">
              <a:rPr lang="fr-FR" smtClean="0"/>
              <a:t>19/06/2026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FA5E2-2CEC-472A-A55E-A0914EEA38E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0362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401E1-CED8-4CD8-930C-5F29150EC254}" type="datetimeFigureOut">
              <a:rPr lang="fr-FR" smtClean="0"/>
              <a:t>19/06/2026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FA5E2-2CEC-472A-A55E-A0914EEA38E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2710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401E1-CED8-4CD8-930C-5F29150EC254}" type="datetimeFigureOut">
              <a:rPr lang="fr-FR" smtClean="0"/>
              <a:t>19/06/2026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FA5E2-2CEC-472A-A55E-A0914EEA38E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3173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401E1-CED8-4CD8-930C-5F29150EC254}" type="datetimeFigureOut">
              <a:rPr lang="fr-FR" smtClean="0"/>
              <a:t>19/06/2026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FA5E2-2CEC-472A-A55E-A0914EEA38E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4527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401E1-CED8-4CD8-930C-5F29150EC254}" type="datetimeFigureOut">
              <a:rPr lang="fr-FR" smtClean="0"/>
              <a:t>19/06/2026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FA5E2-2CEC-472A-A55E-A0914EEA38E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2728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401E1-CED8-4CD8-930C-5F29150EC254}" type="datetimeFigureOut">
              <a:rPr lang="fr-FR" smtClean="0"/>
              <a:t>19/06/2026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FA5E2-2CEC-472A-A55E-A0914EEA38E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9862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401E1-CED8-4CD8-930C-5F29150EC254}" type="datetimeFigureOut">
              <a:rPr lang="fr-FR" smtClean="0"/>
              <a:t>19/06/2026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FA5E2-2CEC-472A-A55E-A0914EEA38E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6935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401E1-CED8-4CD8-930C-5F29150EC254}" type="datetimeFigureOut">
              <a:rPr lang="fr-FR" smtClean="0"/>
              <a:t>19/06/2026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FA5E2-2CEC-472A-A55E-A0914EEA38E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5897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401E1-CED8-4CD8-930C-5F29150EC254}" type="datetimeFigureOut">
              <a:rPr lang="fr-FR" smtClean="0"/>
              <a:t>19/06/2026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FA5E2-2CEC-472A-A55E-A0914EEA38E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76538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401E1-CED8-4CD8-930C-5F29150EC254}" type="datetimeFigureOut">
              <a:rPr lang="fr-FR" smtClean="0"/>
              <a:t>19/06/2026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FA5E2-2CEC-472A-A55E-A0914EEA38E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8780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4401E1-CED8-4CD8-930C-5F29150EC254}" type="datetimeFigureOut">
              <a:rPr lang="fr-FR" smtClean="0"/>
              <a:t>19/06/2026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FA5E2-2CEC-472A-A55E-A0914EEA38E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4920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C5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Rectangle 3"/>
          <p:cNvSpPr/>
          <p:nvPr/>
        </p:nvSpPr>
        <p:spPr>
          <a:xfrm>
            <a:off x="2428875" y="0"/>
            <a:ext cx="9763125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avec coins arrondis du même côté 4"/>
          <p:cNvSpPr/>
          <p:nvPr/>
        </p:nvSpPr>
        <p:spPr>
          <a:xfrm rot="16200000">
            <a:off x="1323975" y="2924173"/>
            <a:ext cx="1295401" cy="895351"/>
          </a:xfrm>
          <a:prstGeom prst="round2Same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0820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55A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e 40"/>
          <p:cNvGrpSpPr/>
          <p:nvPr/>
        </p:nvGrpSpPr>
        <p:grpSpPr>
          <a:xfrm>
            <a:off x="0" y="0"/>
            <a:ext cx="11249024" cy="6858001"/>
            <a:chOff x="0" y="0"/>
            <a:chExt cx="11249024" cy="6858001"/>
          </a:xfrm>
          <a:effectLst>
            <a:outerShdw blurRad="254000" dist="88900" algn="ctr" rotWithShape="0">
              <a:srgbClr val="000000">
                <a:alpha val="40000"/>
              </a:srgbClr>
            </a:outerShdw>
          </a:effectLst>
        </p:grpSpPr>
        <p:sp>
          <p:nvSpPr>
            <p:cNvPr id="2" name="Rectangle 1"/>
            <p:cNvSpPr/>
            <p:nvPr/>
          </p:nvSpPr>
          <p:spPr>
            <a:xfrm>
              <a:off x="0" y="0"/>
              <a:ext cx="10477500" cy="685800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>
              <a:outerShdw blurRad="254000" dist="88900" algn="ctr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6" name="Groupe 5"/>
            <p:cNvGrpSpPr/>
            <p:nvPr/>
          </p:nvGrpSpPr>
          <p:grpSpPr>
            <a:xfrm rot="10800000">
              <a:off x="10477499" y="4467224"/>
              <a:ext cx="771525" cy="1104901"/>
              <a:chOff x="1714500" y="2981325"/>
              <a:chExt cx="809625" cy="1057275"/>
            </a:xfrm>
            <a:solidFill>
              <a:schemeClr val="accent2">
                <a:lumMod val="60000"/>
                <a:lumOff val="40000"/>
              </a:schemeClr>
            </a:solidFill>
          </p:grpSpPr>
          <p:sp>
            <p:nvSpPr>
              <p:cNvPr id="7" name="Rectangle avec coins arrondis du même côté 6"/>
              <p:cNvSpPr/>
              <p:nvPr/>
            </p:nvSpPr>
            <p:spPr>
              <a:xfrm rot="16200000">
                <a:off x="1590675" y="3105150"/>
                <a:ext cx="1057275" cy="809625"/>
              </a:xfrm>
              <a:prstGeom prst="round2Same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8" name="ZoneTexte 7"/>
              <p:cNvSpPr txBox="1"/>
              <p:nvPr/>
            </p:nvSpPr>
            <p:spPr>
              <a:xfrm rot="10800000">
                <a:off x="1866900" y="3048000"/>
                <a:ext cx="638175" cy="830997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4800" b="1" dirty="0" smtClean="0">
                    <a:solidFill>
                      <a:srgbClr val="C55A11"/>
                    </a:solidFill>
                  </a:rPr>
                  <a:t>1</a:t>
                </a:r>
                <a:endParaRPr lang="fr-FR" sz="4800" b="1" dirty="0">
                  <a:solidFill>
                    <a:srgbClr val="C55A11"/>
                  </a:solidFill>
                </a:endParaRPr>
              </a:p>
            </p:txBody>
          </p:sp>
        </p:grpSp>
      </p:grpSp>
      <p:grpSp>
        <p:nvGrpSpPr>
          <p:cNvPr id="40" name="Groupe 39"/>
          <p:cNvGrpSpPr/>
          <p:nvPr/>
        </p:nvGrpSpPr>
        <p:grpSpPr>
          <a:xfrm>
            <a:off x="-1390650" y="9525"/>
            <a:ext cx="11249024" cy="6858001"/>
            <a:chOff x="-1390650" y="9525"/>
            <a:chExt cx="11249024" cy="6858001"/>
          </a:xfrm>
          <a:effectLst>
            <a:outerShdw blurRad="254000" dist="88900" algn="ctr" rotWithShape="0">
              <a:srgbClr val="000000">
                <a:alpha val="40000"/>
              </a:srgbClr>
            </a:outerShdw>
          </a:effectLst>
        </p:grpSpPr>
        <p:sp>
          <p:nvSpPr>
            <p:cNvPr id="21" name="Rectangle 20"/>
            <p:cNvSpPr/>
            <p:nvPr/>
          </p:nvSpPr>
          <p:spPr>
            <a:xfrm>
              <a:off x="-1390650" y="9525"/>
              <a:ext cx="10477500" cy="685800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22" name="Groupe 21"/>
            <p:cNvGrpSpPr/>
            <p:nvPr/>
          </p:nvGrpSpPr>
          <p:grpSpPr>
            <a:xfrm rot="10800000">
              <a:off x="9086849" y="3543299"/>
              <a:ext cx="771525" cy="1104901"/>
              <a:chOff x="1714500" y="2981325"/>
              <a:chExt cx="809625" cy="1057275"/>
            </a:xfrm>
            <a:solidFill>
              <a:schemeClr val="accent2">
                <a:lumMod val="40000"/>
                <a:lumOff val="60000"/>
              </a:schemeClr>
            </a:solidFill>
          </p:grpSpPr>
          <p:sp>
            <p:nvSpPr>
              <p:cNvPr id="23" name="Rectangle avec coins arrondis du même côté 22"/>
              <p:cNvSpPr/>
              <p:nvPr/>
            </p:nvSpPr>
            <p:spPr>
              <a:xfrm rot="16200000">
                <a:off x="1590675" y="3105150"/>
                <a:ext cx="1057275" cy="809625"/>
              </a:xfrm>
              <a:prstGeom prst="round2Same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4" name="ZoneTexte 23"/>
              <p:cNvSpPr txBox="1"/>
              <p:nvPr/>
            </p:nvSpPr>
            <p:spPr>
              <a:xfrm rot="10800000">
                <a:off x="1866900" y="3083820"/>
                <a:ext cx="638175" cy="795177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4800" b="1" dirty="0">
                    <a:solidFill>
                      <a:srgbClr val="C55A11"/>
                    </a:solidFill>
                  </a:rPr>
                  <a:t>2</a:t>
                </a:r>
                <a:endParaRPr lang="fr-FR" sz="4800" b="1" dirty="0">
                  <a:solidFill>
                    <a:srgbClr val="C55A11"/>
                  </a:solidFill>
                </a:endParaRPr>
              </a:p>
            </p:txBody>
          </p:sp>
        </p:grpSp>
      </p:grpSp>
      <p:grpSp>
        <p:nvGrpSpPr>
          <p:cNvPr id="39" name="Groupe 38"/>
          <p:cNvGrpSpPr/>
          <p:nvPr/>
        </p:nvGrpSpPr>
        <p:grpSpPr>
          <a:xfrm>
            <a:off x="-2638425" y="19050"/>
            <a:ext cx="11249024" cy="6858001"/>
            <a:chOff x="-2638425" y="19050"/>
            <a:chExt cx="11249024" cy="6858001"/>
          </a:xfrm>
          <a:effectLst>
            <a:outerShdw blurRad="254000" dist="88900" algn="ctr" rotWithShape="0">
              <a:srgbClr val="000000">
                <a:alpha val="40000"/>
              </a:srgbClr>
            </a:outerShdw>
          </a:effectLst>
        </p:grpSpPr>
        <p:sp>
          <p:nvSpPr>
            <p:cNvPr id="25" name="Rectangle 24"/>
            <p:cNvSpPr/>
            <p:nvPr/>
          </p:nvSpPr>
          <p:spPr>
            <a:xfrm>
              <a:off x="-2638425" y="19050"/>
              <a:ext cx="10477500" cy="685800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26" name="Groupe 25"/>
            <p:cNvGrpSpPr/>
            <p:nvPr/>
          </p:nvGrpSpPr>
          <p:grpSpPr>
            <a:xfrm rot="10800000">
              <a:off x="7839074" y="3000374"/>
              <a:ext cx="771525" cy="1104901"/>
              <a:chOff x="1714500" y="2981325"/>
              <a:chExt cx="809625" cy="1057275"/>
            </a:xfrm>
            <a:solidFill>
              <a:schemeClr val="accent2">
                <a:lumMod val="60000"/>
                <a:lumOff val="40000"/>
              </a:schemeClr>
            </a:solidFill>
          </p:grpSpPr>
          <p:sp>
            <p:nvSpPr>
              <p:cNvPr id="27" name="Rectangle avec coins arrondis du même côté 26"/>
              <p:cNvSpPr/>
              <p:nvPr/>
            </p:nvSpPr>
            <p:spPr>
              <a:xfrm rot="16200000">
                <a:off x="1590675" y="3105150"/>
                <a:ext cx="1057275" cy="809625"/>
              </a:xfrm>
              <a:prstGeom prst="round2Same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8" name="ZoneTexte 27"/>
              <p:cNvSpPr txBox="1"/>
              <p:nvPr/>
            </p:nvSpPr>
            <p:spPr>
              <a:xfrm rot="10800000">
                <a:off x="1866900" y="3083820"/>
                <a:ext cx="638175" cy="795177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4800" b="1" dirty="0">
                    <a:solidFill>
                      <a:srgbClr val="C55A11"/>
                    </a:solidFill>
                  </a:rPr>
                  <a:t>3</a:t>
                </a:r>
                <a:endParaRPr lang="fr-FR" sz="4800" b="1" dirty="0">
                  <a:solidFill>
                    <a:srgbClr val="C55A11"/>
                  </a:solidFill>
                </a:endParaRPr>
              </a:p>
            </p:txBody>
          </p:sp>
        </p:grpSp>
      </p:grpSp>
      <p:grpSp>
        <p:nvGrpSpPr>
          <p:cNvPr id="38" name="Groupe 37"/>
          <p:cNvGrpSpPr/>
          <p:nvPr/>
        </p:nvGrpSpPr>
        <p:grpSpPr>
          <a:xfrm>
            <a:off x="-3962400" y="9525"/>
            <a:ext cx="11249024" cy="6858001"/>
            <a:chOff x="-3962400" y="9525"/>
            <a:chExt cx="11249024" cy="6858001"/>
          </a:xfrm>
          <a:effectLst>
            <a:outerShdw blurRad="254000" dist="88900" algn="ctr" rotWithShape="0">
              <a:srgbClr val="000000">
                <a:alpha val="40000"/>
              </a:srgbClr>
            </a:outerShdw>
          </a:effectLst>
        </p:grpSpPr>
        <p:sp>
          <p:nvSpPr>
            <p:cNvPr id="29" name="Rectangle 28"/>
            <p:cNvSpPr/>
            <p:nvPr/>
          </p:nvSpPr>
          <p:spPr>
            <a:xfrm>
              <a:off x="-3962400" y="9525"/>
              <a:ext cx="10477500" cy="685800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30" name="Groupe 29"/>
            <p:cNvGrpSpPr/>
            <p:nvPr/>
          </p:nvGrpSpPr>
          <p:grpSpPr>
            <a:xfrm rot="10800000">
              <a:off x="6515099" y="1885949"/>
              <a:ext cx="771525" cy="1104901"/>
              <a:chOff x="1714500" y="2981325"/>
              <a:chExt cx="809625" cy="1057275"/>
            </a:xfrm>
            <a:solidFill>
              <a:schemeClr val="accent2">
                <a:lumMod val="20000"/>
                <a:lumOff val="80000"/>
              </a:schemeClr>
            </a:solidFill>
          </p:grpSpPr>
          <p:sp>
            <p:nvSpPr>
              <p:cNvPr id="31" name="Rectangle avec coins arrondis du même côté 30"/>
              <p:cNvSpPr/>
              <p:nvPr/>
            </p:nvSpPr>
            <p:spPr>
              <a:xfrm rot="16200000">
                <a:off x="1590675" y="3105150"/>
                <a:ext cx="1057275" cy="809625"/>
              </a:xfrm>
              <a:prstGeom prst="round2Same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32" name="ZoneTexte 31"/>
              <p:cNvSpPr txBox="1"/>
              <p:nvPr/>
            </p:nvSpPr>
            <p:spPr>
              <a:xfrm rot="10800000">
                <a:off x="1866900" y="3083820"/>
                <a:ext cx="638175" cy="795177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4800" b="1" dirty="0">
                    <a:solidFill>
                      <a:srgbClr val="C55A11"/>
                    </a:solidFill>
                  </a:rPr>
                  <a:t>4</a:t>
                </a:r>
                <a:endParaRPr lang="fr-FR" sz="4800" b="1" dirty="0">
                  <a:solidFill>
                    <a:srgbClr val="C55A11"/>
                  </a:solidFill>
                </a:endParaRPr>
              </a:p>
            </p:txBody>
          </p:sp>
        </p:grpSp>
      </p:grpSp>
      <p:grpSp>
        <p:nvGrpSpPr>
          <p:cNvPr id="37" name="Groupe 36"/>
          <p:cNvGrpSpPr/>
          <p:nvPr/>
        </p:nvGrpSpPr>
        <p:grpSpPr>
          <a:xfrm>
            <a:off x="-5219700" y="19050"/>
            <a:ext cx="11249024" cy="6858001"/>
            <a:chOff x="-5219700" y="19050"/>
            <a:chExt cx="11249024" cy="6858001"/>
          </a:xfrm>
          <a:effectLst>
            <a:outerShdw blurRad="254000" dist="88900" algn="ctr" rotWithShape="0">
              <a:srgbClr val="000000">
                <a:alpha val="40000"/>
              </a:srgbClr>
            </a:outerShdw>
          </a:effectLst>
        </p:grpSpPr>
        <p:sp>
          <p:nvSpPr>
            <p:cNvPr id="33" name="Rectangle 32"/>
            <p:cNvSpPr/>
            <p:nvPr/>
          </p:nvSpPr>
          <p:spPr>
            <a:xfrm>
              <a:off x="-5219700" y="19050"/>
              <a:ext cx="10477500" cy="6858001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34" name="Groupe 33"/>
            <p:cNvGrpSpPr/>
            <p:nvPr/>
          </p:nvGrpSpPr>
          <p:grpSpPr>
            <a:xfrm rot="10800000">
              <a:off x="5257799" y="1152524"/>
              <a:ext cx="771525" cy="1104901"/>
              <a:chOff x="1714500" y="2981325"/>
              <a:chExt cx="809625" cy="1057275"/>
            </a:xfrm>
            <a:solidFill>
              <a:schemeClr val="accent4">
                <a:lumMod val="40000"/>
                <a:lumOff val="60000"/>
              </a:schemeClr>
            </a:solidFill>
          </p:grpSpPr>
          <p:sp>
            <p:nvSpPr>
              <p:cNvPr id="35" name="Rectangle avec coins arrondis du même côté 34"/>
              <p:cNvSpPr/>
              <p:nvPr/>
            </p:nvSpPr>
            <p:spPr>
              <a:xfrm rot="16200000">
                <a:off x="1590675" y="3105150"/>
                <a:ext cx="1057275" cy="809625"/>
              </a:xfrm>
              <a:prstGeom prst="round2Same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36" name="ZoneTexte 35"/>
              <p:cNvSpPr txBox="1"/>
              <p:nvPr/>
            </p:nvSpPr>
            <p:spPr>
              <a:xfrm rot="10800000">
                <a:off x="1866900" y="3083820"/>
                <a:ext cx="638175" cy="795177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4800" b="1" dirty="0">
                    <a:solidFill>
                      <a:srgbClr val="C55A11"/>
                    </a:solidFill>
                  </a:rPr>
                  <a:t>5</a:t>
                </a:r>
                <a:endParaRPr lang="fr-FR" sz="4800" b="1" dirty="0">
                  <a:solidFill>
                    <a:srgbClr val="C55A1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6256691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5</Words>
  <Application>Microsoft Office PowerPoint</Application>
  <PresentationFormat>Grand écran</PresentationFormat>
  <Paragraphs>5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Ing MOHAMADOU</dc:creator>
  <cp:lastModifiedBy>Ing MOHAMADOU</cp:lastModifiedBy>
  <cp:revision>8</cp:revision>
  <dcterms:created xsi:type="dcterms:W3CDTF">2026-06-19T13:26:13Z</dcterms:created>
  <dcterms:modified xsi:type="dcterms:W3CDTF">2026-06-19T14:51:05Z</dcterms:modified>
</cp:coreProperties>
</file>